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170988" cy="6711950"/>
  <p:notesSz cx="6858000" cy="9144000"/>
  <p:embeddedFontLst>
    <p:embeddedFont>
      <p:font typeface="Play" panose="020B0604020202020204" charset="0"/>
      <p:regular r:id="rId4"/>
      <p:bold r:id="rId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4" userDrawn="1">
          <p15:clr>
            <a:srgbClr val="A4A3A4"/>
          </p15:clr>
        </p15:guide>
        <p15:guide id="2" pos="2889"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 roundtripDataSignature="AMtx7mgpz6CqPAg5W2BirqOnK3ExtKfn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7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8" d="100"/>
          <a:sy n="98" d="100"/>
        </p:scale>
        <p:origin x="1248" y="324"/>
      </p:cViewPr>
      <p:guideLst>
        <p:guide orient="horz" pos="2114"/>
        <p:guide pos="288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1320800" y="1143000"/>
            <a:ext cx="421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dirty="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5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20800" y="1143000"/>
            <a:ext cx="421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146374" y="1098468"/>
            <a:ext cx="6878241" cy="233675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146374" y="3525335"/>
            <a:ext cx="6878241" cy="162050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49"/>
              </a:spcBef>
              <a:spcAft>
                <a:spcPts val="0"/>
              </a:spcAft>
              <a:buClr>
                <a:schemeClr val="dk1"/>
              </a:buClr>
              <a:buSzPts val="1800"/>
              <a:buNone/>
              <a:defRPr sz="1801"/>
            </a:lvl1pPr>
            <a:lvl2pPr lvl="1" algn="ctr">
              <a:lnSpc>
                <a:spcPct val="90000"/>
              </a:lnSpc>
              <a:spcBef>
                <a:spcPts val="375"/>
              </a:spcBef>
              <a:spcAft>
                <a:spcPts val="0"/>
              </a:spcAft>
              <a:buClr>
                <a:schemeClr val="dk1"/>
              </a:buClr>
              <a:buSzPts val="1500"/>
              <a:buNone/>
              <a:defRPr sz="1502"/>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3"/>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9" name="Google Shape;19;p3"/>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3"/>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630506" y="357358"/>
            <a:ext cx="7909977" cy="12973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630506" y="1786752"/>
            <a:ext cx="7909977" cy="4258670"/>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26;p4"/>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625731" y="1673330"/>
            <a:ext cx="7909977" cy="27919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625731" y="4491731"/>
            <a:ext cx="7909977" cy="1468240"/>
          </a:xfrm>
          <a:prstGeom prst="rect">
            <a:avLst/>
          </a:prstGeom>
          <a:noFill/>
          <a:ln>
            <a:noFill/>
          </a:ln>
        </p:spPr>
        <p:txBody>
          <a:bodyPr spcFirstLastPara="1" wrap="square" lIns="91425" tIns="45700" rIns="91425" bIns="45700" anchor="t" anchorCtr="0">
            <a:normAutofit/>
          </a:bodyPr>
          <a:lstStyle>
            <a:lvl1pPr marL="457251" lvl="0" indent="-228627" algn="l">
              <a:lnSpc>
                <a:spcPct val="90000"/>
              </a:lnSpc>
              <a:spcBef>
                <a:spcPts val="749"/>
              </a:spcBef>
              <a:spcAft>
                <a:spcPts val="0"/>
              </a:spcAft>
              <a:buClr>
                <a:srgbClr val="757575"/>
              </a:buClr>
              <a:buSzPts val="1800"/>
              <a:buNone/>
              <a:defRPr sz="1801">
                <a:solidFill>
                  <a:srgbClr val="757575"/>
                </a:solidFill>
              </a:defRPr>
            </a:lvl1pPr>
            <a:lvl2pPr marL="914504" lvl="1" indent="-228627" algn="l">
              <a:lnSpc>
                <a:spcPct val="90000"/>
              </a:lnSpc>
              <a:spcBef>
                <a:spcPts val="375"/>
              </a:spcBef>
              <a:spcAft>
                <a:spcPts val="0"/>
              </a:spcAft>
              <a:buClr>
                <a:srgbClr val="757575"/>
              </a:buClr>
              <a:buSzPts val="1500"/>
              <a:buNone/>
              <a:defRPr sz="1502">
                <a:solidFill>
                  <a:srgbClr val="757575"/>
                </a:solidFill>
              </a:defRPr>
            </a:lvl2pPr>
            <a:lvl3pPr marL="1371757" lvl="2" indent="-228627" algn="l">
              <a:lnSpc>
                <a:spcPct val="90000"/>
              </a:lnSpc>
              <a:spcBef>
                <a:spcPts val="375"/>
              </a:spcBef>
              <a:spcAft>
                <a:spcPts val="0"/>
              </a:spcAft>
              <a:buClr>
                <a:srgbClr val="757575"/>
              </a:buClr>
              <a:buSzPts val="1350"/>
              <a:buNone/>
              <a:defRPr sz="1350">
                <a:solidFill>
                  <a:srgbClr val="757575"/>
                </a:solidFill>
              </a:defRPr>
            </a:lvl3pPr>
            <a:lvl4pPr marL="1829008" lvl="3" indent="-228627" algn="l">
              <a:lnSpc>
                <a:spcPct val="90000"/>
              </a:lnSpc>
              <a:spcBef>
                <a:spcPts val="375"/>
              </a:spcBef>
              <a:spcAft>
                <a:spcPts val="0"/>
              </a:spcAft>
              <a:buClr>
                <a:srgbClr val="757575"/>
              </a:buClr>
              <a:buSzPts val="1200"/>
              <a:buNone/>
              <a:defRPr sz="1200">
                <a:solidFill>
                  <a:srgbClr val="757575"/>
                </a:solidFill>
              </a:defRPr>
            </a:lvl4pPr>
            <a:lvl5pPr marL="2286260" lvl="4" indent="-228627" algn="l">
              <a:lnSpc>
                <a:spcPct val="90000"/>
              </a:lnSpc>
              <a:spcBef>
                <a:spcPts val="375"/>
              </a:spcBef>
              <a:spcAft>
                <a:spcPts val="0"/>
              </a:spcAft>
              <a:buClr>
                <a:srgbClr val="757575"/>
              </a:buClr>
              <a:buSzPts val="1200"/>
              <a:buNone/>
              <a:defRPr sz="1200">
                <a:solidFill>
                  <a:srgbClr val="757575"/>
                </a:solidFill>
              </a:defRPr>
            </a:lvl5pPr>
            <a:lvl6pPr marL="2743512" lvl="5" indent="-228627" algn="l">
              <a:lnSpc>
                <a:spcPct val="90000"/>
              </a:lnSpc>
              <a:spcBef>
                <a:spcPts val="375"/>
              </a:spcBef>
              <a:spcAft>
                <a:spcPts val="0"/>
              </a:spcAft>
              <a:buClr>
                <a:srgbClr val="757575"/>
              </a:buClr>
              <a:buSzPts val="1200"/>
              <a:buNone/>
              <a:defRPr sz="1200">
                <a:solidFill>
                  <a:srgbClr val="757575"/>
                </a:solidFill>
              </a:defRPr>
            </a:lvl6pPr>
            <a:lvl7pPr marL="3200765" lvl="6" indent="-228627" algn="l">
              <a:lnSpc>
                <a:spcPct val="90000"/>
              </a:lnSpc>
              <a:spcBef>
                <a:spcPts val="375"/>
              </a:spcBef>
              <a:spcAft>
                <a:spcPts val="0"/>
              </a:spcAft>
              <a:buClr>
                <a:srgbClr val="757575"/>
              </a:buClr>
              <a:buSzPts val="1200"/>
              <a:buNone/>
              <a:defRPr sz="1200">
                <a:solidFill>
                  <a:srgbClr val="757575"/>
                </a:solidFill>
              </a:defRPr>
            </a:lvl7pPr>
            <a:lvl8pPr marL="3658014" lvl="7" indent="-228627" algn="l">
              <a:lnSpc>
                <a:spcPct val="90000"/>
              </a:lnSpc>
              <a:spcBef>
                <a:spcPts val="375"/>
              </a:spcBef>
              <a:spcAft>
                <a:spcPts val="0"/>
              </a:spcAft>
              <a:buClr>
                <a:srgbClr val="757575"/>
              </a:buClr>
              <a:buSzPts val="1200"/>
              <a:buNone/>
              <a:defRPr sz="1200">
                <a:solidFill>
                  <a:srgbClr val="757575"/>
                </a:solidFill>
              </a:defRPr>
            </a:lvl8pPr>
            <a:lvl9pPr marL="4115267" lvl="8" indent="-228627"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30" name="Google Shape;30;p5"/>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5"/>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5"/>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630506" y="357358"/>
            <a:ext cx="7909977" cy="12973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630505" y="1786752"/>
            <a:ext cx="3897670" cy="4258670"/>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4642813" y="1786752"/>
            <a:ext cx="3897670" cy="4258670"/>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8" name="Google Shape;38;p6"/>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6"/>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31701" y="357358"/>
            <a:ext cx="7909977" cy="12973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631701" y="1645365"/>
            <a:ext cx="3879757" cy="806367"/>
          </a:xfrm>
          <a:prstGeom prst="rect">
            <a:avLst/>
          </a:prstGeom>
          <a:noFill/>
          <a:ln>
            <a:noFill/>
          </a:ln>
        </p:spPr>
        <p:txBody>
          <a:bodyPr spcFirstLastPara="1" wrap="square" lIns="91425" tIns="45700" rIns="91425" bIns="45700" anchor="b" anchorCtr="0">
            <a:normAutofit/>
          </a:bodyPr>
          <a:lstStyle>
            <a:lvl1pPr marL="457251" lvl="0" indent="-228627" algn="l">
              <a:lnSpc>
                <a:spcPct val="90000"/>
              </a:lnSpc>
              <a:spcBef>
                <a:spcPts val="749"/>
              </a:spcBef>
              <a:spcAft>
                <a:spcPts val="0"/>
              </a:spcAft>
              <a:buClr>
                <a:schemeClr val="dk1"/>
              </a:buClr>
              <a:buSzPts val="1800"/>
              <a:buNone/>
              <a:defRPr sz="1801" b="1"/>
            </a:lvl1pPr>
            <a:lvl2pPr marL="914504" lvl="1" indent="-228627" algn="l">
              <a:lnSpc>
                <a:spcPct val="90000"/>
              </a:lnSpc>
              <a:spcBef>
                <a:spcPts val="375"/>
              </a:spcBef>
              <a:spcAft>
                <a:spcPts val="0"/>
              </a:spcAft>
              <a:buClr>
                <a:schemeClr val="dk1"/>
              </a:buClr>
              <a:buSzPts val="1500"/>
              <a:buNone/>
              <a:defRPr sz="1502" b="1"/>
            </a:lvl2pPr>
            <a:lvl3pPr marL="1371757" lvl="2" indent="-228627" algn="l">
              <a:lnSpc>
                <a:spcPct val="90000"/>
              </a:lnSpc>
              <a:spcBef>
                <a:spcPts val="375"/>
              </a:spcBef>
              <a:spcAft>
                <a:spcPts val="0"/>
              </a:spcAft>
              <a:buClr>
                <a:schemeClr val="dk1"/>
              </a:buClr>
              <a:buSzPts val="1350"/>
              <a:buNone/>
              <a:defRPr sz="1350" b="1"/>
            </a:lvl3pPr>
            <a:lvl4pPr marL="1829008" lvl="3" indent="-228627" algn="l">
              <a:lnSpc>
                <a:spcPct val="90000"/>
              </a:lnSpc>
              <a:spcBef>
                <a:spcPts val="375"/>
              </a:spcBef>
              <a:spcAft>
                <a:spcPts val="0"/>
              </a:spcAft>
              <a:buClr>
                <a:schemeClr val="dk1"/>
              </a:buClr>
              <a:buSzPts val="1200"/>
              <a:buNone/>
              <a:defRPr sz="1200" b="1"/>
            </a:lvl4pPr>
            <a:lvl5pPr marL="2286260" lvl="4" indent="-228627" algn="l">
              <a:lnSpc>
                <a:spcPct val="90000"/>
              </a:lnSpc>
              <a:spcBef>
                <a:spcPts val="375"/>
              </a:spcBef>
              <a:spcAft>
                <a:spcPts val="0"/>
              </a:spcAft>
              <a:buClr>
                <a:schemeClr val="dk1"/>
              </a:buClr>
              <a:buSzPts val="1200"/>
              <a:buNone/>
              <a:defRPr sz="1200" b="1"/>
            </a:lvl5pPr>
            <a:lvl6pPr marL="2743512" lvl="5" indent="-228627" algn="l">
              <a:lnSpc>
                <a:spcPct val="90000"/>
              </a:lnSpc>
              <a:spcBef>
                <a:spcPts val="375"/>
              </a:spcBef>
              <a:spcAft>
                <a:spcPts val="0"/>
              </a:spcAft>
              <a:buClr>
                <a:schemeClr val="dk1"/>
              </a:buClr>
              <a:buSzPts val="1200"/>
              <a:buNone/>
              <a:defRPr sz="1200" b="1"/>
            </a:lvl6pPr>
            <a:lvl7pPr marL="3200765" lvl="6" indent="-228627" algn="l">
              <a:lnSpc>
                <a:spcPct val="90000"/>
              </a:lnSpc>
              <a:spcBef>
                <a:spcPts val="375"/>
              </a:spcBef>
              <a:spcAft>
                <a:spcPts val="0"/>
              </a:spcAft>
              <a:buClr>
                <a:schemeClr val="dk1"/>
              </a:buClr>
              <a:buSzPts val="1200"/>
              <a:buNone/>
              <a:defRPr sz="1200" b="1"/>
            </a:lvl7pPr>
            <a:lvl8pPr marL="3658014" lvl="7" indent="-228627" algn="l">
              <a:lnSpc>
                <a:spcPct val="90000"/>
              </a:lnSpc>
              <a:spcBef>
                <a:spcPts val="375"/>
              </a:spcBef>
              <a:spcAft>
                <a:spcPts val="0"/>
              </a:spcAft>
              <a:buClr>
                <a:schemeClr val="dk1"/>
              </a:buClr>
              <a:buSzPts val="1200"/>
              <a:buNone/>
              <a:defRPr sz="1200" b="1"/>
            </a:lvl8pPr>
            <a:lvl9pPr marL="4115267" lvl="8" indent="-228627" algn="l">
              <a:lnSpc>
                <a:spcPct val="90000"/>
              </a:lnSpc>
              <a:spcBef>
                <a:spcPts val="375"/>
              </a:spcBef>
              <a:spcAft>
                <a:spcPts val="0"/>
              </a:spcAft>
              <a:buClr>
                <a:schemeClr val="dk1"/>
              </a:buClr>
              <a:buSzPts val="1200"/>
              <a:buNone/>
              <a:defRPr sz="1200" b="1"/>
            </a:lvl9pPr>
          </a:lstStyle>
          <a:p>
            <a:endParaRPr/>
          </a:p>
        </p:txBody>
      </p:sp>
      <p:sp>
        <p:nvSpPr>
          <p:cNvPr id="43" name="Google Shape;43;p7"/>
          <p:cNvSpPr txBox="1">
            <a:spLocks noGrp="1"/>
          </p:cNvSpPr>
          <p:nvPr>
            <p:ph type="body" idx="2"/>
          </p:nvPr>
        </p:nvSpPr>
        <p:spPr>
          <a:xfrm>
            <a:off x="631701" y="2451734"/>
            <a:ext cx="3879757" cy="3606119"/>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4642821" y="1645365"/>
            <a:ext cx="3898864" cy="806367"/>
          </a:xfrm>
          <a:prstGeom prst="rect">
            <a:avLst/>
          </a:prstGeom>
          <a:noFill/>
          <a:ln>
            <a:noFill/>
          </a:ln>
        </p:spPr>
        <p:txBody>
          <a:bodyPr spcFirstLastPara="1" wrap="square" lIns="91425" tIns="45700" rIns="91425" bIns="45700" anchor="b" anchorCtr="0">
            <a:normAutofit/>
          </a:bodyPr>
          <a:lstStyle>
            <a:lvl1pPr marL="457251" lvl="0" indent="-228627" algn="l">
              <a:lnSpc>
                <a:spcPct val="90000"/>
              </a:lnSpc>
              <a:spcBef>
                <a:spcPts val="749"/>
              </a:spcBef>
              <a:spcAft>
                <a:spcPts val="0"/>
              </a:spcAft>
              <a:buClr>
                <a:schemeClr val="dk1"/>
              </a:buClr>
              <a:buSzPts val="1800"/>
              <a:buNone/>
              <a:defRPr sz="1801" b="1"/>
            </a:lvl1pPr>
            <a:lvl2pPr marL="914504" lvl="1" indent="-228627" algn="l">
              <a:lnSpc>
                <a:spcPct val="90000"/>
              </a:lnSpc>
              <a:spcBef>
                <a:spcPts val="375"/>
              </a:spcBef>
              <a:spcAft>
                <a:spcPts val="0"/>
              </a:spcAft>
              <a:buClr>
                <a:schemeClr val="dk1"/>
              </a:buClr>
              <a:buSzPts val="1500"/>
              <a:buNone/>
              <a:defRPr sz="1502" b="1"/>
            </a:lvl2pPr>
            <a:lvl3pPr marL="1371757" lvl="2" indent="-228627" algn="l">
              <a:lnSpc>
                <a:spcPct val="90000"/>
              </a:lnSpc>
              <a:spcBef>
                <a:spcPts val="375"/>
              </a:spcBef>
              <a:spcAft>
                <a:spcPts val="0"/>
              </a:spcAft>
              <a:buClr>
                <a:schemeClr val="dk1"/>
              </a:buClr>
              <a:buSzPts val="1350"/>
              <a:buNone/>
              <a:defRPr sz="1350" b="1"/>
            </a:lvl3pPr>
            <a:lvl4pPr marL="1829008" lvl="3" indent="-228627" algn="l">
              <a:lnSpc>
                <a:spcPct val="90000"/>
              </a:lnSpc>
              <a:spcBef>
                <a:spcPts val="375"/>
              </a:spcBef>
              <a:spcAft>
                <a:spcPts val="0"/>
              </a:spcAft>
              <a:buClr>
                <a:schemeClr val="dk1"/>
              </a:buClr>
              <a:buSzPts val="1200"/>
              <a:buNone/>
              <a:defRPr sz="1200" b="1"/>
            </a:lvl4pPr>
            <a:lvl5pPr marL="2286260" lvl="4" indent="-228627" algn="l">
              <a:lnSpc>
                <a:spcPct val="90000"/>
              </a:lnSpc>
              <a:spcBef>
                <a:spcPts val="375"/>
              </a:spcBef>
              <a:spcAft>
                <a:spcPts val="0"/>
              </a:spcAft>
              <a:buClr>
                <a:schemeClr val="dk1"/>
              </a:buClr>
              <a:buSzPts val="1200"/>
              <a:buNone/>
              <a:defRPr sz="1200" b="1"/>
            </a:lvl5pPr>
            <a:lvl6pPr marL="2743512" lvl="5" indent="-228627" algn="l">
              <a:lnSpc>
                <a:spcPct val="90000"/>
              </a:lnSpc>
              <a:spcBef>
                <a:spcPts val="375"/>
              </a:spcBef>
              <a:spcAft>
                <a:spcPts val="0"/>
              </a:spcAft>
              <a:buClr>
                <a:schemeClr val="dk1"/>
              </a:buClr>
              <a:buSzPts val="1200"/>
              <a:buNone/>
              <a:defRPr sz="1200" b="1"/>
            </a:lvl6pPr>
            <a:lvl7pPr marL="3200765" lvl="6" indent="-228627" algn="l">
              <a:lnSpc>
                <a:spcPct val="90000"/>
              </a:lnSpc>
              <a:spcBef>
                <a:spcPts val="375"/>
              </a:spcBef>
              <a:spcAft>
                <a:spcPts val="0"/>
              </a:spcAft>
              <a:buClr>
                <a:schemeClr val="dk1"/>
              </a:buClr>
              <a:buSzPts val="1200"/>
              <a:buNone/>
              <a:defRPr sz="1200" b="1"/>
            </a:lvl7pPr>
            <a:lvl8pPr marL="3658014" lvl="7" indent="-228627" algn="l">
              <a:lnSpc>
                <a:spcPct val="90000"/>
              </a:lnSpc>
              <a:spcBef>
                <a:spcPts val="375"/>
              </a:spcBef>
              <a:spcAft>
                <a:spcPts val="0"/>
              </a:spcAft>
              <a:buClr>
                <a:schemeClr val="dk1"/>
              </a:buClr>
              <a:buSzPts val="1200"/>
              <a:buNone/>
              <a:defRPr sz="1200" b="1"/>
            </a:lvl8pPr>
            <a:lvl9pPr marL="4115267" lvl="8" indent="-228627" algn="l">
              <a:lnSpc>
                <a:spcPct val="90000"/>
              </a:lnSpc>
              <a:spcBef>
                <a:spcPts val="375"/>
              </a:spcBef>
              <a:spcAft>
                <a:spcPts val="0"/>
              </a:spcAft>
              <a:buClr>
                <a:schemeClr val="dk1"/>
              </a:buClr>
              <a:buSzPts val="1200"/>
              <a:buNone/>
              <a:defRPr sz="1200" b="1"/>
            </a:lvl9pPr>
          </a:lstStyle>
          <a:p>
            <a:endParaRPr/>
          </a:p>
        </p:txBody>
      </p:sp>
      <p:sp>
        <p:nvSpPr>
          <p:cNvPr id="45" name="Google Shape;45;p7"/>
          <p:cNvSpPr txBox="1">
            <a:spLocks noGrp="1"/>
          </p:cNvSpPr>
          <p:nvPr>
            <p:ph type="body" idx="4"/>
          </p:nvPr>
        </p:nvSpPr>
        <p:spPr>
          <a:xfrm>
            <a:off x="4642821" y="2451734"/>
            <a:ext cx="3898864" cy="3606119"/>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7" name="Google Shape;47;p7"/>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7"/>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30506" y="357358"/>
            <a:ext cx="7909977" cy="12973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6" name="Google Shape;56;p9"/>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7" name="Google Shape;57;p9"/>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631703" y="447463"/>
            <a:ext cx="2957883" cy="15661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3898866" y="966401"/>
            <a:ext cx="4642813" cy="4769835"/>
          </a:xfrm>
          <a:prstGeom prst="rect">
            <a:avLst/>
          </a:prstGeom>
          <a:noFill/>
          <a:ln>
            <a:noFill/>
          </a:ln>
        </p:spPr>
        <p:txBody>
          <a:bodyPr spcFirstLastPara="1" wrap="square" lIns="91425" tIns="45700" rIns="91425" bIns="45700" anchor="t" anchorCtr="0">
            <a:normAutofit/>
          </a:bodyPr>
          <a:lstStyle>
            <a:lvl1pPr marL="457251" lvl="0" indent="-381044" algn="l">
              <a:lnSpc>
                <a:spcPct val="90000"/>
              </a:lnSpc>
              <a:spcBef>
                <a:spcPts val="749"/>
              </a:spcBef>
              <a:spcAft>
                <a:spcPts val="0"/>
              </a:spcAft>
              <a:buClr>
                <a:schemeClr val="dk1"/>
              </a:buClr>
              <a:buSzPts val="2400"/>
              <a:buChar char="•"/>
              <a:defRPr sz="2401"/>
            </a:lvl1pPr>
            <a:lvl2pPr marL="914504" lvl="1" indent="-361990" algn="l">
              <a:lnSpc>
                <a:spcPct val="90000"/>
              </a:lnSpc>
              <a:spcBef>
                <a:spcPts val="375"/>
              </a:spcBef>
              <a:spcAft>
                <a:spcPts val="0"/>
              </a:spcAft>
              <a:buClr>
                <a:schemeClr val="dk1"/>
              </a:buClr>
              <a:buSzPts val="2100"/>
              <a:buChar char="•"/>
              <a:defRPr sz="2102"/>
            </a:lvl2pPr>
            <a:lvl3pPr marL="1371757" lvl="2" indent="-342939" algn="l">
              <a:lnSpc>
                <a:spcPct val="90000"/>
              </a:lnSpc>
              <a:spcBef>
                <a:spcPts val="375"/>
              </a:spcBef>
              <a:spcAft>
                <a:spcPts val="0"/>
              </a:spcAft>
              <a:buClr>
                <a:schemeClr val="dk1"/>
              </a:buClr>
              <a:buSzPts val="1800"/>
              <a:buChar char="•"/>
              <a:defRPr sz="1801"/>
            </a:lvl3pPr>
            <a:lvl4pPr marL="1829008" lvl="3" indent="-323888" algn="l">
              <a:lnSpc>
                <a:spcPct val="90000"/>
              </a:lnSpc>
              <a:spcBef>
                <a:spcPts val="375"/>
              </a:spcBef>
              <a:spcAft>
                <a:spcPts val="0"/>
              </a:spcAft>
              <a:buClr>
                <a:schemeClr val="dk1"/>
              </a:buClr>
              <a:buSzPts val="1500"/>
              <a:buChar char="•"/>
              <a:defRPr sz="1502"/>
            </a:lvl4pPr>
            <a:lvl5pPr marL="2286260" lvl="4" indent="-323888" algn="l">
              <a:lnSpc>
                <a:spcPct val="90000"/>
              </a:lnSpc>
              <a:spcBef>
                <a:spcPts val="375"/>
              </a:spcBef>
              <a:spcAft>
                <a:spcPts val="0"/>
              </a:spcAft>
              <a:buClr>
                <a:schemeClr val="dk1"/>
              </a:buClr>
              <a:buSzPts val="1500"/>
              <a:buChar char="•"/>
              <a:defRPr sz="1502"/>
            </a:lvl5pPr>
            <a:lvl6pPr marL="2743512" lvl="5" indent="-323888" algn="l">
              <a:lnSpc>
                <a:spcPct val="90000"/>
              </a:lnSpc>
              <a:spcBef>
                <a:spcPts val="375"/>
              </a:spcBef>
              <a:spcAft>
                <a:spcPts val="0"/>
              </a:spcAft>
              <a:buClr>
                <a:schemeClr val="dk1"/>
              </a:buClr>
              <a:buSzPts val="1500"/>
              <a:buChar char="•"/>
              <a:defRPr sz="1502"/>
            </a:lvl6pPr>
            <a:lvl7pPr marL="3200765" lvl="6" indent="-323888" algn="l">
              <a:lnSpc>
                <a:spcPct val="90000"/>
              </a:lnSpc>
              <a:spcBef>
                <a:spcPts val="375"/>
              </a:spcBef>
              <a:spcAft>
                <a:spcPts val="0"/>
              </a:spcAft>
              <a:buClr>
                <a:schemeClr val="dk1"/>
              </a:buClr>
              <a:buSzPts val="1500"/>
              <a:buChar char="•"/>
              <a:defRPr sz="1502"/>
            </a:lvl7pPr>
            <a:lvl8pPr marL="3658014" lvl="7" indent="-323888" algn="l">
              <a:lnSpc>
                <a:spcPct val="90000"/>
              </a:lnSpc>
              <a:spcBef>
                <a:spcPts val="375"/>
              </a:spcBef>
              <a:spcAft>
                <a:spcPts val="0"/>
              </a:spcAft>
              <a:buClr>
                <a:schemeClr val="dk1"/>
              </a:buClr>
              <a:buSzPts val="1500"/>
              <a:buChar char="•"/>
              <a:defRPr sz="1502"/>
            </a:lvl8pPr>
            <a:lvl9pPr marL="4115267" lvl="8" indent="-323888" algn="l">
              <a:lnSpc>
                <a:spcPct val="90000"/>
              </a:lnSpc>
              <a:spcBef>
                <a:spcPts val="375"/>
              </a:spcBef>
              <a:spcAft>
                <a:spcPts val="0"/>
              </a:spcAft>
              <a:buClr>
                <a:schemeClr val="dk1"/>
              </a:buClr>
              <a:buSzPts val="1500"/>
              <a:buChar char="•"/>
              <a:defRPr sz="1502"/>
            </a:lvl9pPr>
          </a:lstStyle>
          <a:p>
            <a:endParaRPr/>
          </a:p>
        </p:txBody>
      </p:sp>
      <p:sp>
        <p:nvSpPr>
          <p:cNvPr id="61" name="Google Shape;61;p10"/>
          <p:cNvSpPr txBox="1">
            <a:spLocks noGrp="1"/>
          </p:cNvSpPr>
          <p:nvPr>
            <p:ph type="body" idx="2"/>
          </p:nvPr>
        </p:nvSpPr>
        <p:spPr>
          <a:xfrm>
            <a:off x="631703" y="2013592"/>
            <a:ext cx="2957883" cy="3730415"/>
          </a:xfrm>
          <a:prstGeom prst="rect">
            <a:avLst/>
          </a:prstGeom>
          <a:noFill/>
          <a:ln>
            <a:noFill/>
          </a:ln>
        </p:spPr>
        <p:txBody>
          <a:bodyPr spcFirstLastPara="1" wrap="square" lIns="91425" tIns="45700" rIns="91425" bIns="45700" anchor="t" anchorCtr="0">
            <a:normAutofit/>
          </a:bodyPr>
          <a:lstStyle>
            <a:lvl1pPr marL="457251" lvl="0" indent="-228627" algn="l">
              <a:lnSpc>
                <a:spcPct val="90000"/>
              </a:lnSpc>
              <a:spcBef>
                <a:spcPts val="749"/>
              </a:spcBef>
              <a:spcAft>
                <a:spcPts val="0"/>
              </a:spcAft>
              <a:buClr>
                <a:schemeClr val="dk1"/>
              </a:buClr>
              <a:buSzPts val="1200"/>
              <a:buNone/>
              <a:defRPr sz="1200"/>
            </a:lvl1pPr>
            <a:lvl2pPr marL="914504" lvl="1" indent="-228627" algn="l">
              <a:lnSpc>
                <a:spcPct val="90000"/>
              </a:lnSpc>
              <a:spcBef>
                <a:spcPts val="375"/>
              </a:spcBef>
              <a:spcAft>
                <a:spcPts val="0"/>
              </a:spcAft>
              <a:buClr>
                <a:schemeClr val="dk1"/>
              </a:buClr>
              <a:buSzPts val="1050"/>
              <a:buNone/>
              <a:defRPr sz="1051"/>
            </a:lvl2pPr>
            <a:lvl3pPr marL="1371757" lvl="2" indent="-228627" algn="l">
              <a:lnSpc>
                <a:spcPct val="90000"/>
              </a:lnSpc>
              <a:spcBef>
                <a:spcPts val="375"/>
              </a:spcBef>
              <a:spcAft>
                <a:spcPts val="0"/>
              </a:spcAft>
              <a:buClr>
                <a:schemeClr val="dk1"/>
              </a:buClr>
              <a:buSzPts val="900"/>
              <a:buNone/>
              <a:defRPr sz="901"/>
            </a:lvl3pPr>
            <a:lvl4pPr marL="1829008" lvl="3" indent="-228627" algn="l">
              <a:lnSpc>
                <a:spcPct val="90000"/>
              </a:lnSpc>
              <a:spcBef>
                <a:spcPts val="375"/>
              </a:spcBef>
              <a:spcAft>
                <a:spcPts val="0"/>
              </a:spcAft>
              <a:buClr>
                <a:schemeClr val="dk1"/>
              </a:buClr>
              <a:buSzPts val="750"/>
              <a:buNone/>
              <a:defRPr sz="749"/>
            </a:lvl4pPr>
            <a:lvl5pPr marL="2286260" lvl="4" indent="-228627" algn="l">
              <a:lnSpc>
                <a:spcPct val="90000"/>
              </a:lnSpc>
              <a:spcBef>
                <a:spcPts val="375"/>
              </a:spcBef>
              <a:spcAft>
                <a:spcPts val="0"/>
              </a:spcAft>
              <a:buClr>
                <a:schemeClr val="dk1"/>
              </a:buClr>
              <a:buSzPts val="750"/>
              <a:buNone/>
              <a:defRPr sz="749"/>
            </a:lvl5pPr>
            <a:lvl6pPr marL="2743512" lvl="5" indent="-228627" algn="l">
              <a:lnSpc>
                <a:spcPct val="90000"/>
              </a:lnSpc>
              <a:spcBef>
                <a:spcPts val="375"/>
              </a:spcBef>
              <a:spcAft>
                <a:spcPts val="0"/>
              </a:spcAft>
              <a:buClr>
                <a:schemeClr val="dk1"/>
              </a:buClr>
              <a:buSzPts val="750"/>
              <a:buNone/>
              <a:defRPr sz="749"/>
            </a:lvl6pPr>
            <a:lvl7pPr marL="3200765" lvl="6" indent="-228627" algn="l">
              <a:lnSpc>
                <a:spcPct val="90000"/>
              </a:lnSpc>
              <a:spcBef>
                <a:spcPts val="375"/>
              </a:spcBef>
              <a:spcAft>
                <a:spcPts val="0"/>
              </a:spcAft>
              <a:buClr>
                <a:schemeClr val="dk1"/>
              </a:buClr>
              <a:buSzPts val="750"/>
              <a:buNone/>
              <a:defRPr sz="749"/>
            </a:lvl7pPr>
            <a:lvl8pPr marL="3658014" lvl="7" indent="-228627" algn="l">
              <a:lnSpc>
                <a:spcPct val="90000"/>
              </a:lnSpc>
              <a:spcBef>
                <a:spcPts val="375"/>
              </a:spcBef>
              <a:spcAft>
                <a:spcPts val="0"/>
              </a:spcAft>
              <a:buClr>
                <a:schemeClr val="dk1"/>
              </a:buClr>
              <a:buSzPts val="750"/>
              <a:buNone/>
              <a:defRPr sz="749"/>
            </a:lvl8pPr>
            <a:lvl9pPr marL="4115267" lvl="8" indent="-228627" algn="l">
              <a:lnSpc>
                <a:spcPct val="90000"/>
              </a:lnSpc>
              <a:spcBef>
                <a:spcPts val="375"/>
              </a:spcBef>
              <a:spcAft>
                <a:spcPts val="0"/>
              </a:spcAft>
              <a:buClr>
                <a:schemeClr val="dk1"/>
              </a:buClr>
              <a:buSzPts val="750"/>
              <a:buNone/>
              <a:defRPr sz="749"/>
            </a:lvl9pPr>
          </a:lstStyle>
          <a:p>
            <a:endParaRPr/>
          </a:p>
        </p:txBody>
      </p:sp>
      <p:sp>
        <p:nvSpPr>
          <p:cNvPr id="62" name="Google Shape;62;p10"/>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3" name="Google Shape;63;p10"/>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4" name="Google Shape;64;p10"/>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631703" y="447463"/>
            <a:ext cx="2957883" cy="15661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3898866" y="966401"/>
            <a:ext cx="4642813" cy="4769835"/>
          </a:xfrm>
          <a:prstGeom prst="rect">
            <a:avLst/>
          </a:prstGeom>
          <a:noFill/>
          <a:ln>
            <a:noFill/>
          </a:ln>
        </p:spPr>
      </p:sp>
      <p:sp>
        <p:nvSpPr>
          <p:cNvPr id="68" name="Google Shape;68;p11"/>
          <p:cNvSpPr txBox="1">
            <a:spLocks noGrp="1"/>
          </p:cNvSpPr>
          <p:nvPr>
            <p:ph type="body" idx="1"/>
          </p:nvPr>
        </p:nvSpPr>
        <p:spPr>
          <a:xfrm>
            <a:off x="631703" y="2013592"/>
            <a:ext cx="2957883" cy="3730415"/>
          </a:xfrm>
          <a:prstGeom prst="rect">
            <a:avLst/>
          </a:prstGeom>
          <a:noFill/>
          <a:ln>
            <a:noFill/>
          </a:ln>
        </p:spPr>
        <p:txBody>
          <a:bodyPr spcFirstLastPara="1" wrap="square" lIns="91425" tIns="45700" rIns="91425" bIns="45700" anchor="t" anchorCtr="0">
            <a:normAutofit/>
          </a:bodyPr>
          <a:lstStyle>
            <a:lvl1pPr marL="457251" lvl="0" indent="-228627" algn="l">
              <a:lnSpc>
                <a:spcPct val="90000"/>
              </a:lnSpc>
              <a:spcBef>
                <a:spcPts val="749"/>
              </a:spcBef>
              <a:spcAft>
                <a:spcPts val="0"/>
              </a:spcAft>
              <a:buClr>
                <a:schemeClr val="dk1"/>
              </a:buClr>
              <a:buSzPts val="1200"/>
              <a:buNone/>
              <a:defRPr sz="1200"/>
            </a:lvl1pPr>
            <a:lvl2pPr marL="914504" lvl="1" indent="-228627" algn="l">
              <a:lnSpc>
                <a:spcPct val="90000"/>
              </a:lnSpc>
              <a:spcBef>
                <a:spcPts val="375"/>
              </a:spcBef>
              <a:spcAft>
                <a:spcPts val="0"/>
              </a:spcAft>
              <a:buClr>
                <a:schemeClr val="dk1"/>
              </a:buClr>
              <a:buSzPts val="1050"/>
              <a:buNone/>
              <a:defRPr sz="1051"/>
            </a:lvl2pPr>
            <a:lvl3pPr marL="1371757" lvl="2" indent="-228627" algn="l">
              <a:lnSpc>
                <a:spcPct val="90000"/>
              </a:lnSpc>
              <a:spcBef>
                <a:spcPts val="375"/>
              </a:spcBef>
              <a:spcAft>
                <a:spcPts val="0"/>
              </a:spcAft>
              <a:buClr>
                <a:schemeClr val="dk1"/>
              </a:buClr>
              <a:buSzPts val="900"/>
              <a:buNone/>
              <a:defRPr sz="901"/>
            </a:lvl3pPr>
            <a:lvl4pPr marL="1829008" lvl="3" indent="-228627" algn="l">
              <a:lnSpc>
                <a:spcPct val="90000"/>
              </a:lnSpc>
              <a:spcBef>
                <a:spcPts val="375"/>
              </a:spcBef>
              <a:spcAft>
                <a:spcPts val="0"/>
              </a:spcAft>
              <a:buClr>
                <a:schemeClr val="dk1"/>
              </a:buClr>
              <a:buSzPts val="750"/>
              <a:buNone/>
              <a:defRPr sz="749"/>
            </a:lvl4pPr>
            <a:lvl5pPr marL="2286260" lvl="4" indent="-228627" algn="l">
              <a:lnSpc>
                <a:spcPct val="90000"/>
              </a:lnSpc>
              <a:spcBef>
                <a:spcPts val="375"/>
              </a:spcBef>
              <a:spcAft>
                <a:spcPts val="0"/>
              </a:spcAft>
              <a:buClr>
                <a:schemeClr val="dk1"/>
              </a:buClr>
              <a:buSzPts val="750"/>
              <a:buNone/>
              <a:defRPr sz="749"/>
            </a:lvl5pPr>
            <a:lvl6pPr marL="2743512" lvl="5" indent="-228627" algn="l">
              <a:lnSpc>
                <a:spcPct val="90000"/>
              </a:lnSpc>
              <a:spcBef>
                <a:spcPts val="375"/>
              </a:spcBef>
              <a:spcAft>
                <a:spcPts val="0"/>
              </a:spcAft>
              <a:buClr>
                <a:schemeClr val="dk1"/>
              </a:buClr>
              <a:buSzPts val="750"/>
              <a:buNone/>
              <a:defRPr sz="749"/>
            </a:lvl6pPr>
            <a:lvl7pPr marL="3200765" lvl="6" indent="-228627" algn="l">
              <a:lnSpc>
                <a:spcPct val="90000"/>
              </a:lnSpc>
              <a:spcBef>
                <a:spcPts val="375"/>
              </a:spcBef>
              <a:spcAft>
                <a:spcPts val="0"/>
              </a:spcAft>
              <a:buClr>
                <a:schemeClr val="dk1"/>
              </a:buClr>
              <a:buSzPts val="750"/>
              <a:buNone/>
              <a:defRPr sz="749"/>
            </a:lvl7pPr>
            <a:lvl8pPr marL="3658014" lvl="7" indent="-228627" algn="l">
              <a:lnSpc>
                <a:spcPct val="90000"/>
              </a:lnSpc>
              <a:spcBef>
                <a:spcPts val="375"/>
              </a:spcBef>
              <a:spcAft>
                <a:spcPts val="0"/>
              </a:spcAft>
              <a:buClr>
                <a:schemeClr val="dk1"/>
              </a:buClr>
              <a:buSzPts val="750"/>
              <a:buNone/>
              <a:defRPr sz="749"/>
            </a:lvl8pPr>
            <a:lvl9pPr marL="4115267" lvl="8" indent="-228627" algn="l">
              <a:lnSpc>
                <a:spcPct val="90000"/>
              </a:lnSpc>
              <a:spcBef>
                <a:spcPts val="375"/>
              </a:spcBef>
              <a:spcAft>
                <a:spcPts val="0"/>
              </a:spcAft>
              <a:buClr>
                <a:schemeClr val="dk1"/>
              </a:buClr>
              <a:buSzPts val="750"/>
              <a:buNone/>
              <a:defRPr sz="749"/>
            </a:lvl9pPr>
          </a:lstStyle>
          <a:p>
            <a:endParaRPr/>
          </a:p>
        </p:txBody>
      </p:sp>
      <p:sp>
        <p:nvSpPr>
          <p:cNvPr id="69" name="Google Shape;69;p11"/>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0" name="Google Shape;70;p11"/>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1" name="Google Shape;71;p11"/>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630506" y="357358"/>
            <a:ext cx="7909977" cy="12973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2456171" y="-38906"/>
            <a:ext cx="4258670" cy="7909977"/>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6" name="Google Shape;76;p12"/>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7" name="Google Shape;77;p12"/>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4707712" y="2212645"/>
            <a:ext cx="5688067" cy="1977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695408" y="292465"/>
            <a:ext cx="5688067" cy="5817846"/>
          </a:xfrm>
          <a:prstGeom prst="rect">
            <a:avLst/>
          </a:prstGeom>
          <a:noFill/>
          <a:ln>
            <a:noFill/>
          </a:ln>
        </p:spPr>
        <p:txBody>
          <a:bodyPr spcFirstLastPara="1" wrap="square" lIns="91425" tIns="45700" rIns="91425" bIns="45700" anchor="t" anchorCtr="0">
            <a:normAutofit/>
          </a:bodyPr>
          <a:lstStyle>
            <a:lvl1pPr marL="457251" lvl="0" indent="-342939" algn="l">
              <a:lnSpc>
                <a:spcPct val="90000"/>
              </a:lnSpc>
              <a:spcBef>
                <a:spcPts val="749"/>
              </a:spcBef>
              <a:spcAft>
                <a:spcPts val="0"/>
              </a:spcAft>
              <a:buClr>
                <a:schemeClr val="dk1"/>
              </a:buClr>
              <a:buSzPts val="1800"/>
              <a:buChar char="•"/>
              <a:defRPr/>
            </a:lvl1pPr>
            <a:lvl2pPr marL="914504" lvl="1" indent="-342939" algn="l">
              <a:lnSpc>
                <a:spcPct val="90000"/>
              </a:lnSpc>
              <a:spcBef>
                <a:spcPts val="375"/>
              </a:spcBef>
              <a:spcAft>
                <a:spcPts val="0"/>
              </a:spcAft>
              <a:buClr>
                <a:schemeClr val="dk1"/>
              </a:buClr>
              <a:buSzPts val="1800"/>
              <a:buChar char="•"/>
              <a:defRPr/>
            </a:lvl2pPr>
            <a:lvl3pPr marL="1371757" lvl="2" indent="-342939" algn="l">
              <a:lnSpc>
                <a:spcPct val="90000"/>
              </a:lnSpc>
              <a:spcBef>
                <a:spcPts val="375"/>
              </a:spcBef>
              <a:spcAft>
                <a:spcPts val="0"/>
              </a:spcAft>
              <a:buClr>
                <a:schemeClr val="dk1"/>
              </a:buClr>
              <a:buSzPts val="1800"/>
              <a:buChar char="•"/>
              <a:defRPr/>
            </a:lvl3pPr>
            <a:lvl4pPr marL="1829008" lvl="3" indent="-342939" algn="l">
              <a:lnSpc>
                <a:spcPct val="90000"/>
              </a:lnSpc>
              <a:spcBef>
                <a:spcPts val="375"/>
              </a:spcBef>
              <a:spcAft>
                <a:spcPts val="0"/>
              </a:spcAft>
              <a:buClr>
                <a:schemeClr val="dk1"/>
              </a:buClr>
              <a:buSzPts val="1800"/>
              <a:buChar char="•"/>
              <a:defRPr/>
            </a:lvl4pPr>
            <a:lvl5pPr marL="2286260" lvl="4" indent="-342939" algn="l">
              <a:lnSpc>
                <a:spcPct val="90000"/>
              </a:lnSpc>
              <a:spcBef>
                <a:spcPts val="375"/>
              </a:spcBef>
              <a:spcAft>
                <a:spcPts val="0"/>
              </a:spcAft>
              <a:buClr>
                <a:schemeClr val="dk1"/>
              </a:buClr>
              <a:buSzPts val="1800"/>
              <a:buChar char="•"/>
              <a:defRPr/>
            </a:lvl5pPr>
            <a:lvl6pPr marL="2743512" lvl="5" indent="-342939" algn="l">
              <a:lnSpc>
                <a:spcPct val="90000"/>
              </a:lnSpc>
              <a:spcBef>
                <a:spcPts val="375"/>
              </a:spcBef>
              <a:spcAft>
                <a:spcPts val="0"/>
              </a:spcAft>
              <a:buClr>
                <a:schemeClr val="dk1"/>
              </a:buClr>
              <a:buSzPts val="1800"/>
              <a:buChar char="•"/>
              <a:defRPr/>
            </a:lvl6pPr>
            <a:lvl7pPr marL="3200765" lvl="6" indent="-342939" algn="l">
              <a:lnSpc>
                <a:spcPct val="90000"/>
              </a:lnSpc>
              <a:spcBef>
                <a:spcPts val="375"/>
              </a:spcBef>
              <a:spcAft>
                <a:spcPts val="0"/>
              </a:spcAft>
              <a:buClr>
                <a:schemeClr val="dk1"/>
              </a:buClr>
              <a:buSzPts val="1800"/>
              <a:buChar char="•"/>
              <a:defRPr/>
            </a:lvl7pPr>
            <a:lvl8pPr marL="3658014" lvl="7" indent="-342939" algn="l">
              <a:lnSpc>
                <a:spcPct val="90000"/>
              </a:lnSpc>
              <a:spcBef>
                <a:spcPts val="375"/>
              </a:spcBef>
              <a:spcAft>
                <a:spcPts val="0"/>
              </a:spcAft>
              <a:buClr>
                <a:schemeClr val="dk1"/>
              </a:buClr>
              <a:buSzPts val="1800"/>
              <a:buChar char="•"/>
              <a:defRPr/>
            </a:lvl8pPr>
            <a:lvl9pPr marL="4115267" lvl="8" indent="-342939" algn="l">
              <a:lnSpc>
                <a:spcPct val="90000"/>
              </a:lnSpc>
              <a:spcBef>
                <a:spcPts val="375"/>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2" name="Google Shape;82;p13"/>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3" name="Google Shape;83;p13"/>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630506" y="357358"/>
            <a:ext cx="7909977" cy="129733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630506" y="1786752"/>
            <a:ext cx="7909977" cy="425867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dt" idx="10"/>
          </p:nvPr>
        </p:nvSpPr>
        <p:spPr>
          <a:xfrm>
            <a:off x="630506" y="6220988"/>
            <a:ext cx="2063472" cy="35734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1"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1"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1"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1"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1"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1"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1"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1"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1" b="0" i="0" u="none" strike="noStrike" cap="none">
                <a:solidFill>
                  <a:schemeClr val="dk1"/>
                </a:solidFill>
                <a:latin typeface="Arial"/>
                <a:ea typeface="Arial"/>
                <a:cs typeface="Arial"/>
                <a:sym typeface="Arial"/>
              </a:defRPr>
            </a:lvl9pPr>
          </a:lstStyle>
          <a:p>
            <a:endParaRPr dirty="0"/>
          </a:p>
        </p:txBody>
      </p:sp>
      <p:sp>
        <p:nvSpPr>
          <p:cNvPr id="13" name="Google Shape;13;p2"/>
          <p:cNvSpPr txBox="1">
            <a:spLocks noGrp="1"/>
          </p:cNvSpPr>
          <p:nvPr>
            <p:ph type="ftr" idx="11"/>
          </p:nvPr>
        </p:nvSpPr>
        <p:spPr>
          <a:xfrm>
            <a:off x="3037890" y="6220988"/>
            <a:ext cx="3095208" cy="35734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1"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1"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1"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1"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1"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1"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1"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1"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1" b="0" i="0" u="none" strike="noStrike" cap="none">
                <a:solidFill>
                  <a:schemeClr val="dk1"/>
                </a:solidFill>
                <a:latin typeface="Arial"/>
                <a:ea typeface="Arial"/>
                <a:cs typeface="Arial"/>
                <a:sym typeface="Arial"/>
              </a:defRPr>
            </a:lvl9pPr>
          </a:lstStyle>
          <a:p>
            <a:endParaRPr dirty="0"/>
          </a:p>
        </p:txBody>
      </p:sp>
      <p:sp>
        <p:nvSpPr>
          <p:cNvPr id="14" name="Google Shape;14;p2"/>
          <p:cNvSpPr txBox="1">
            <a:spLocks noGrp="1"/>
          </p:cNvSpPr>
          <p:nvPr>
            <p:ph type="sldNum" idx="12"/>
          </p:nvPr>
        </p:nvSpPr>
        <p:spPr>
          <a:xfrm>
            <a:off x="6477010" y="6220988"/>
            <a:ext cx="2063472" cy="35734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1" b="0" i="0" u="none" strike="noStrike" cap="none">
                <a:solidFill>
                  <a:srgbClr val="757575"/>
                </a:solidFill>
                <a:latin typeface="Arial"/>
                <a:ea typeface="Arial"/>
                <a:cs typeface="Arial"/>
                <a:sym typeface="Arial"/>
              </a:defRPr>
            </a:lvl1pPr>
            <a:lvl2pPr marL="0" marR="0" lvl="1" indent="0" algn="r" rtl="0">
              <a:spcBef>
                <a:spcPts val="0"/>
              </a:spcBef>
              <a:buNone/>
              <a:defRPr sz="901" b="0" i="0" u="none" strike="noStrike" cap="none">
                <a:solidFill>
                  <a:srgbClr val="757575"/>
                </a:solidFill>
                <a:latin typeface="Arial"/>
                <a:ea typeface="Arial"/>
                <a:cs typeface="Arial"/>
                <a:sym typeface="Arial"/>
              </a:defRPr>
            </a:lvl2pPr>
            <a:lvl3pPr marL="0" marR="0" lvl="2" indent="0" algn="r" rtl="0">
              <a:spcBef>
                <a:spcPts val="0"/>
              </a:spcBef>
              <a:buNone/>
              <a:defRPr sz="901" b="0" i="0" u="none" strike="noStrike" cap="none">
                <a:solidFill>
                  <a:srgbClr val="757575"/>
                </a:solidFill>
                <a:latin typeface="Arial"/>
                <a:ea typeface="Arial"/>
                <a:cs typeface="Arial"/>
                <a:sym typeface="Arial"/>
              </a:defRPr>
            </a:lvl3pPr>
            <a:lvl4pPr marL="0" marR="0" lvl="3" indent="0" algn="r" rtl="0">
              <a:spcBef>
                <a:spcPts val="0"/>
              </a:spcBef>
              <a:buNone/>
              <a:defRPr sz="901" b="0" i="0" u="none" strike="noStrike" cap="none">
                <a:solidFill>
                  <a:srgbClr val="757575"/>
                </a:solidFill>
                <a:latin typeface="Arial"/>
                <a:ea typeface="Arial"/>
                <a:cs typeface="Arial"/>
                <a:sym typeface="Arial"/>
              </a:defRPr>
            </a:lvl4pPr>
            <a:lvl5pPr marL="0" marR="0" lvl="4" indent="0" algn="r" rtl="0">
              <a:spcBef>
                <a:spcPts val="0"/>
              </a:spcBef>
              <a:buNone/>
              <a:defRPr sz="901" b="0" i="0" u="none" strike="noStrike" cap="none">
                <a:solidFill>
                  <a:srgbClr val="757575"/>
                </a:solidFill>
                <a:latin typeface="Arial"/>
                <a:ea typeface="Arial"/>
                <a:cs typeface="Arial"/>
                <a:sym typeface="Arial"/>
              </a:defRPr>
            </a:lvl5pPr>
            <a:lvl6pPr marL="0" marR="0" lvl="5" indent="0" algn="r" rtl="0">
              <a:spcBef>
                <a:spcPts val="0"/>
              </a:spcBef>
              <a:buNone/>
              <a:defRPr sz="901" b="0" i="0" u="none" strike="noStrike" cap="none">
                <a:solidFill>
                  <a:srgbClr val="757575"/>
                </a:solidFill>
                <a:latin typeface="Arial"/>
                <a:ea typeface="Arial"/>
                <a:cs typeface="Arial"/>
                <a:sym typeface="Arial"/>
              </a:defRPr>
            </a:lvl6pPr>
            <a:lvl7pPr marL="0" marR="0" lvl="6" indent="0" algn="r" rtl="0">
              <a:spcBef>
                <a:spcPts val="0"/>
              </a:spcBef>
              <a:buNone/>
              <a:defRPr sz="901" b="0" i="0" u="none" strike="noStrike" cap="none">
                <a:solidFill>
                  <a:srgbClr val="757575"/>
                </a:solidFill>
                <a:latin typeface="Arial"/>
                <a:ea typeface="Arial"/>
                <a:cs typeface="Arial"/>
                <a:sym typeface="Arial"/>
              </a:defRPr>
            </a:lvl7pPr>
            <a:lvl8pPr marL="0" marR="0" lvl="7" indent="0" algn="r" rtl="0">
              <a:spcBef>
                <a:spcPts val="0"/>
              </a:spcBef>
              <a:buNone/>
              <a:defRPr sz="901" b="0" i="0" u="none" strike="noStrike" cap="none">
                <a:solidFill>
                  <a:srgbClr val="757575"/>
                </a:solidFill>
                <a:latin typeface="Arial"/>
                <a:ea typeface="Arial"/>
                <a:cs typeface="Arial"/>
                <a:sym typeface="Arial"/>
              </a:defRPr>
            </a:lvl8pPr>
            <a:lvl9pPr marL="0" marR="0" lvl="8" indent="0" algn="r" rtl="0">
              <a:spcBef>
                <a:spcPts val="0"/>
              </a:spcBef>
              <a:buNone/>
              <a:defRPr sz="901"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135" name="Google Shape;135;p1" descr="Aerial view of a field with water&#10;&#10;Description automatically generated"/>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5575168" y="5266944"/>
            <a:ext cx="1613684" cy="1453896"/>
          </a:xfrm>
          <a:prstGeom prst="rect">
            <a:avLst/>
          </a:prstGeom>
          <a:noFill/>
          <a:ln>
            <a:noFill/>
          </a:ln>
        </p:spPr>
      </p:pic>
      <p:pic>
        <p:nvPicPr>
          <p:cNvPr id="90" name="Google Shape;90;p1" descr="A river running through a field"/>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6567" y="5266944"/>
            <a:ext cx="1691640" cy="1449526"/>
          </a:xfrm>
          <a:prstGeom prst="rect">
            <a:avLst/>
          </a:prstGeom>
          <a:noFill/>
          <a:ln>
            <a:noFill/>
          </a:ln>
        </p:spPr>
      </p:pic>
      <p:pic>
        <p:nvPicPr>
          <p:cNvPr id="93" name="Google Shape;93;p1" descr="Long shot of people in boats&#10;&#10;Description automatically generated"/>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698208" y="5266944"/>
            <a:ext cx="2130552" cy="1450009"/>
          </a:xfrm>
          <a:prstGeom prst="rect">
            <a:avLst/>
          </a:prstGeom>
          <a:noFill/>
          <a:ln>
            <a:noFill/>
          </a:ln>
        </p:spPr>
      </p:pic>
      <p:pic>
        <p:nvPicPr>
          <p:cNvPr id="92" name="Google Shape;92;p1" descr="A aerial view of a river&#10;&#10;Description automatically generated"/>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3828759" y="5266944"/>
            <a:ext cx="1747756" cy="1450721"/>
          </a:xfrm>
          <a:prstGeom prst="rect">
            <a:avLst/>
          </a:prstGeom>
          <a:noFill/>
          <a:ln>
            <a:noFill/>
          </a:ln>
        </p:spPr>
      </p:pic>
      <p:pic>
        <p:nvPicPr>
          <p:cNvPr id="89" name="Google Shape;89;p1" descr="An aerial view of a land with water&#10;&#10;Description automatically generated"/>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3828941" y="18288"/>
            <a:ext cx="1805691" cy="1136784"/>
          </a:xfrm>
          <a:prstGeom prst="rect">
            <a:avLst/>
          </a:prstGeom>
          <a:noFill/>
          <a:ln>
            <a:noFill/>
          </a:ln>
        </p:spPr>
      </p:pic>
      <p:pic>
        <p:nvPicPr>
          <p:cNvPr id="91" name="Google Shape;91;p1" descr="A map of a river&#10;&#10;Description automatically generated"/>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5627383" y="28016"/>
            <a:ext cx="1561475" cy="1133857"/>
          </a:xfrm>
          <a:prstGeom prst="rect">
            <a:avLst/>
          </a:prstGeom>
          <a:noFill/>
          <a:ln>
            <a:noFill/>
          </a:ln>
        </p:spPr>
      </p:pic>
      <p:sp>
        <p:nvSpPr>
          <p:cNvPr id="94" name="Google Shape;94;p1"/>
          <p:cNvSpPr/>
          <p:nvPr/>
        </p:nvSpPr>
        <p:spPr>
          <a:xfrm>
            <a:off x="13496" y="3959352"/>
            <a:ext cx="1691640" cy="1295107"/>
          </a:xfrm>
          <a:prstGeom prst="rect">
            <a:avLst/>
          </a:prstGeom>
          <a:no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pic>
        <p:nvPicPr>
          <p:cNvPr id="95" name="Google Shape;95;p1" descr="A map of a river&#10;&#10;Description automatically generated"/>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1705142" y="18288"/>
            <a:ext cx="2128471" cy="1129398"/>
          </a:xfrm>
          <a:prstGeom prst="rect">
            <a:avLst/>
          </a:prstGeom>
          <a:noFill/>
          <a:ln>
            <a:noFill/>
          </a:ln>
        </p:spPr>
      </p:pic>
      <p:pic>
        <p:nvPicPr>
          <p:cNvPr id="96" name="Google Shape;96;p1"/>
          <p:cNvPicPr preferRelativeResize="0"/>
          <p:nvPr/>
        </p:nvPicPr>
        <p:blipFill>
          <a:blip r:embed="rId10">
            <a:extLst>
              <a:ext uri="{28A0092B-C50C-407E-A947-70E740481C1C}">
                <a14:useLocalDpi xmlns:a14="http://schemas.microsoft.com/office/drawing/2010/main"/>
              </a:ext>
            </a:extLst>
          </a:blip>
          <a:srcRect/>
          <a:stretch/>
        </p:blipFill>
        <p:spPr>
          <a:xfrm>
            <a:off x="13502" y="16783"/>
            <a:ext cx="1688001" cy="1133857"/>
          </a:xfrm>
          <a:prstGeom prst="rect">
            <a:avLst/>
          </a:prstGeom>
          <a:noFill/>
          <a:ln>
            <a:noFill/>
          </a:ln>
        </p:spPr>
      </p:pic>
      <p:sp>
        <p:nvSpPr>
          <p:cNvPr id="97" name="Google Shape;97;p1"/>
          <p:cNvSpPr/>
          <p:nvPr/>
        </p:nvSpPr>
        <p:spPr>
          <a:xfrm>
            <a:off x="1706264" y="1161288"/>
            <a:ext cx="2130552" cy="811546"/>
          </a:xfrm>
          <a:prstGeom prst="rect">
            <a:avLst/>
          </a:prstGeom>
          <a:solidFill>
            <a:srgbClr val="FEADA7"/>
          </a:solidFill>
          <a:ln>
            <a:noFill/>
          </a:ln>
        </p:spPr>
        <p:txBody>
          <a:bodyPr spcFirstLastPara="1" wrap="square" lIns="91425" tIns="45701" rIns="91425" bIns="45701" anchor="ctr" anchorCtr="0">
            <a:noAutofit/>
          </a:bodyPr>
          <a:lstStyle/>
          <a:p>
            <a:pPr algn="ctr"/>
            <a:endParaRPr sz="1801" dirty="0">
              <a:solidFill>
                <a:schemeClr val="lt1"/>
              </a:solidFill>
            </a:endParaRPr>
          </a:p>
        </p:txBody>
      </p:sp>
      <p:sp>
        <p:nvSpPr>
          <p:cNvPr id="98" name="Google Shape;98;p1"/>
          <p:cNvSpPr/>
          <p:nvPr/>
        </p:nvSpPr>
        <p:spPr>
          <a:xfrm>
            <a:off x="19732" y="1162684"/>
            <a:ext cx="1691640" cy="811546"/>
          </a:xfrm>
          <a:prstGeom prst="rect">
            <a:avLst/>
          </a:prstGeom>
          <a:solidFill>
            <a:srgbClr val="A3C5ED"/>
          </a:solidFill>
          <a:ln>
            <a:noFill/>
          </a:ln>
        </p:spPr>
        <p:txBody>
          <a:bodyPr spcFirstLastPara="1" wrap="square" lIns="91425" tIns="45701" rIns="91425" bIns="45701" anchor="ctr" anchorCtr="0">
            <a:noAutofit/>
          </a:bodyPr>
          <a:lstStyle/>
          <a:p>
            <a:pPr algn="ctr"/>
            <a:endParaRPr sz="1801" dirty="0">
              <a:solidFill>
                <a:schemeClr val="lt1"/>
              </a:solidFill>
            </a:endParaRPr>
          </a:p>
        </p:txBody>
      </p:sp>
      <p:sp>
        <p:nvSpPr>
          <p:cNvPr id="99" name="Google Shape;99;p1"/>
          <p:cNvSpPr/>
          <p:nvPr/>
        </p:nvSpPr>
        <p:spPr>
          <a:xfrm>
            <a:off x="7197457" y="764294"/>
            <a:ext cx="1948927" cy="1590757"/>
          </a:xfrm>
          <a:prstGeom prst="rightArrow">
            <a:avLst>
              <a:gd name="adj1" fmla="val 50000"/>
              <a:gd name="adj2" fmla="val 40066"/>
            </a:avLst>
          </a:prstGeom>
          <a:solidFill>
            <a:srgbClr val="F2F2F2"/>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cxnSp>
        <p:nvCxnSpPr>
          <p:cNvPr id="100" name="Google Shape;100;p1"/>
          <p:cNvCxnSpPr/>
          <p:nvPr/>
        </p:nvCxnSpPr>
        <p:spPr>
          <a:xfrm>
            <a:off x="12888" y="830654"/>
            <a:ext cx="0" cy="822960"/>
          </a:xfrm>
          <a:prstGeom prst="straightConnector1">
            <a:avLst/>
          </a:prstGeom>
          <a:noFill/>
          <a:ln w="19050" cap="flat" cmpd="sng">
            <a:solidFill>
              <a:schemeClr val="accent1"/>
            </a:solidFill>
            <a:prstDash val="solid"/>
            <a:miter lim="800000"/>
            <a:headEnd type="none" w="sm" len="sm"/>
            <a:tailEnd type="none" w="sm" len="sm"/>
          </a:ln>
        </p:spPr>
      </p:cxnSp>
      <p:sp>
        <p:nvSpPr>
          <p:cNvPr id="101" name="Google Shape;101;p1"/>
          <p:cNvSpPr/>
          <p:nvPr/>
        </p:nvSpPr>
        <p:spPr>
          <a:xfrm>
            <a:off x="5631125" y="1161288"/>
            <a:ext cx="1553995" cy="813816"/>
          </a:xfrm>
          <a:prstGeom prst="rect">
            <a:avLst/>
          </a:prstGeom>
          <a:solidFill>
            <a:srgbClr val="D9E5F8"/>
          </a:solidFill>
          <a:ln>
            <a:noFill/>
          </a:ln>
        </p:spPr>
        <p:txBody>
          <a:bodyPr spcFirstLastPara="1" wrap="square" lIns="91425" tIns="45701" rIns="91425" bIns="45701" anchor="ctr" anchorCtr="0">
            <a:noAutofit/>
          </a:bodyPr>
          <a:lstStyle/>
          <a:p>
            <a:pPr algn="ctr"/>
            <a:endParaRPr sz="1801" dirty="0">
              <a:solidFill>
                <a:schemeClr val="lt1"/>
              </a:solidFill>
            </a:endParaRPr>
          </a:p>
        </p:txBody>
      </p:sp>
      <p:sp>
        <p:nvSpPr>
          <p:cNvPr id="102" name="Google Shape;102;p1"/>
          <p:cNvSpPr txBox="1"/>
          <p:nvPr/>
        </p:nvSpPr>
        <p:spPr>
          <a:xfrm>
            <a:off x="79930" y="1419339"/>
            <a:ext cx="1546405" cy="326077"/>
          </a:xfrm>
          <a:prstGeom prst="rect">
            <a:avLst/>
          </a:prstGeom>
          <a:noFill/>
          <a:ln>
            <a:noFill/>
          </a:ln>
        </p:spPr>
        <p:txBody>
          <a:bodyPr spcFirstLastPara="1" wrap="square" lIns="91425" tIns="45701" rIns="91425" bIns="45701" anchor="t" anchorCtr="0">
            <a:spAutoFit/>
          </a:bodyPr>
          <a:lstStyle/>
          <a:p>
            <a:pPr algn="ctr"/>
            <a:r>
              <a:rPr lang="en-US" sz="1519" dirty="0">
                <a:solidFill>
                  <a:schemeClr val="dk1"/>
                </a:solidFill>
              </a:rPr>
              <a:t>Pre-Extraction</a:t>
            </a:r>
            <a:endParaRPr sz="1519" dirty="0"/>
          </a:p>
        </p:txBody>
      </p:sp>
      <p:sp>
        <p:nvSpPr>
          <p:cNvPr id="103" name="Google Shape;103;p1"/>
          <p:cNvSpPr/>
          <p:nvPr/>
        </p:nvSpPr>
        <p:spPr>
          <a:xfrm>
            <a:off x="3821433" y="1161288"/>
            <a:ext cx="1813192" cy="813816"/>
          </a:xfrm>
          <a:prstGeom prst="rect">
            <a:avLst/>
          </a:prstGeom>
          <a:solidFill>
            <a:srgbClr val="FF0000"/>
          </a:solidFill>
          <a:ln>
            <a:noFill/>
          </a:ln>
        </p:spPr>
        <p:txBody>
          <a:bodyPr spcFirstLastPara="1" wrap="square" lIns="91425" tIns="45701" rIns="91425" bIns="45701" anchor="ctr" anchorCtr="0">
            <a:noAutofit/>
          </a:bodyPr>
          <a:lstStyle/>
          <a:p>
            <a:pPr algn="ctr"/>
            <a:endParaRPr sz="1801" dirty="0">
              <a:solidFill>
                <a:schemeClr val="lt1"/>
              </a:solidFill>
            </a:endParaRPr>
          </a:p>
        </p:txBody>
      </p:sp>
      <p:sp>
        <p:nvSpPr>
          <p:cNvPr id="104" name="Google Shape;104;p1"/>
          <p:cNvSpPr txBox="1"/>
          <p:nvPr/>
        </p:nvSpPr>
        <p:spPr>
          <a:xfrm>
            <a:off x="1728020" y="1283981"/>
            <a:ext cx="2085302" cy="559858"/>
          </a:xfrm>
          <a:prstGeom prst="rect">
            <a:avLst/>
          </a:prstGeom>
          <a:noFill/>
          <a:ln>
            <a:noFill/>
          </a:ln>
        </p:spPr>
        <p:txBody>
          <a:bodyPr spcFirstLastPara="1" wrap="square" lIns="91425" tIns="45701" rIns="91425" bIns="45701" anchor="t" anchorCtr="0">
            <a:spAutoFit/>
          </a:bodyPr>
          <a:lstStyle/>
          <a:p>
            <a:pPr algn="ctr"/>
            <a:r>
              <a:rPr lang="en-US" sz="1519" dirty="0">
                <a:solidFill>
                  <a:schemeClr val="dk1"/>
                </a:solidFill>
              </a:rPr>
              <a:t>Active Channel Extraction Dominance</a:t>
            </a:r>
            <a:endParaRPr sz="1519" dirty="0"/>
          </a:p>
        </p:txBody>
      </p:sp>
      <p:sp>
        <p:nvSpPr>
          <p:cNvPr id="105" name="Google Shape;105;p1"/>
          <p:cNvSpPr txBox="1"/>
          <p:nvPr/>
        </p:nvSpPr>
        <p:spPr>
          <a:xfrm>
            <a:off x="3713623" y="1182445"/>
            <a:ext cx="2029660" cy="793640"/>
          </a:xfrm>
          <a:prstGeom prst="rect">
            <a:avLst/>
          </a:prstGeom>
          <a:noFill/>
          <a:ln>
            <a:noFill/>
          </a:ln>
        </p:spPr>
        <p:txBody>
          <a:bodyPr spcFirstLastPara="1" wrap="square" lIns="91425" tIns="45701" rIns="91425" bIns="45701" anchor="t" anchorCtr="0">
            <a:spAutoFit/>
          </a:bodyPr>
          <a:lstStyle/>
          <a:p>
            <a:pPr algn="ctr"/>
            <a:r>
              <a:rPr lang="en-US" sz="1519" dirty="0">
                <a:solidFill>
                  <a:schemeClr val="dk1"/>
                </a:solidFill>
              </a:rPr>
              <a:t>Abandoned Channels/Floodplain Extraction</a:t>
            </a:r>
            <a:endParaRPr sz="1519" dirty="0"/>
          </a:p>
        </p:txBody>
      </p:sp>
      <p:cxnSp>
        <p:nvCxnSpPr>
          <p:cNvPr id="106" name="Google Shape;106;p1"/>
          <p:cNvCxnSpPr>
            <a:cxnSpLocks/>
          </p:cNvCxnSpPr>
          <p:nvPr/>
        </p:nvCxnSpPr>
        <p:spPr>
          <a:xfrm>
            <a:off x="13498" y="1161525"/>
            <a:ext cx="7175356" cy="7991"/>
          </a:xfrm>
          <a:prstGeom prst="straightConnector1">
            <a:avLst/>
          </a:prstGeom>
          <a:noFill/>
          <a:ln w="19050" cap="flat" cmpd="sng">
            <a:solidFill>
              <a:schemeClr val="accent1"/>
            </a:solidFill>
            <a:prstDash val="solid"/>
            <a:miter lim="800000"/>
            <a:headEnd type="none" w="sm" len="sm"/>
            <a:tailEnd type="none" w="sm" len="sm"/>
          </a:ln>
        </p:spPr>
      </p:cxnSp>
      <p:sp>
        <p:nvSpPr>
          <p:cNvPr id="107" name="Google Shape;107;p1"/>
          <p:cNvSpPr txBox="1"/>
          <p:nvPr/>
        </p:nvSpPr>
        <p:spPr>
          <a:xfrm>
            <a:off x="5755226" y="1398119"/>
            <a:ext cx="1198043" cy="326077"/>
          </a:xfrm>
          <a:prstGeom prst="rect">
            <a:avLst/>
          </a:prstGeom>
          <a:noFill/>
          <a:ln>
            <a:noFill/>
          </a:ln>
        </p:spPr>
        <p:txBody>
          <a:bodyPr spcFirstLastPara="1" wrap="square" lIns="91425" tIns="45701" rIns="91425" bIns="45701" anchor="t" anchorCtr="0">
            <a:spAutoFit/>
          </a:bodyPr>
          <a:lstStyle/>
          <a:p>
            <a:pPr algn="ctr"/>
            <a:r>
              <a:rPr lang="en-US" sz="1519" dirty="0">
                <a:solidFill>
                  <a:schemeClr val="dk1"/>
                </a:solidFill>
              </a:rPr>
              <a:t>Recovery</a:t>
            </a:r>
            <a:endParaRPr sz="1519" dirty="0"/>
          </a:p>
        </p:txBody>
      </p:sp>
      <p:sp>
        <p:nvSpPr>
          <p:cNvPr id="108" name="Google Shape;108;p1"/>
          <p:cNvSpPr/>
          <p:nvPr/>
        </p:nvSpPr>
        <p:spPr>
          <a:xfrm>
            <a:off x="7181473" y="3959352"/>
            <a:ext cx="1318648" cy="1294395"/>
          </a:xfrm>
          <a:prstGeom prst="rect">
            <a:avLst/>
          </a:prstGeom>
          <a:no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09" name="Google Shape;109;p1"/>
          <p:cNvSpPr/>
          <p:nvPr/>
        </p:nvSpPr>
        <p:spPr>
          <a:xfrm>
            <a:off x="5577029" y="3959352"/>
            <a:ext cx="1604786" cy="1296235"/>
          </a:xfrm>
          <a:prstGeom prst="rect">
            <a:avLst/>
          </a:prstGeom>
          <a:no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10" name="Google Shape;110;p1"/>
          <p:cNvSpPr txBox="1"/>
          <p:nvPr/>
        </p:nvSpPr>
        <p:spPr>
          <a:xfrm>
            <a:off x="5521566" y="3959352"/>
            <a:ext cx="1688009" cy="1199136"/>
          </a:xfrm>
          <a:prstGeom prst="rect">
            <a:avLst/>
          </a:prstGeom>
          <a:noFill/>
          <a:ln>
            <a:noFill/>
          </a:ln>
        </p:spPr>
        <p:txBody>
          <a:bodyPr spcFirstLastPara="1" wrap="square" lIns="91425" tIns="45701" rIns="91425" bIns="45701" anchor="t" anchorCtr="0">
            <a:spAutoFit/>
          </a:bodyPr>
          <a:lstStyle/>
          <a:p>
            <a:pPr algn="just"/>
            <a:r>
              <a:rPr lang="en-US" sz="799" dirty="0">
                <a:solidFill>
                  <a:schemeClr val="dk1"/>
                </a:solidFill>
              </a:rPr>
              <a:t>After enforcement of mining ban, channel morphology recovery, but with much slower change on floodplain, with floodplain ponds remaining and forming unusable areas. All temporary workers left and local economy depressed, reports of illegal smuggling to replace mining derived incomes.</a:t>
            </a:r>
            <a:endParaRPr sz="1401" dirty="0"/>
          </a:p>
        </p:txBody>
      </p:sp>
      <p:sp>
        <p:nvSpPr>
          <p:cNvPr id="111" name="Google Shape;111;p1"/>
          <p:cNvSpPr txBox="1"/>
          <p:nvPr/>
        </p:nvSpPr>
        <p:spPr>
          <a:xfrm>
            <a:off x="7133550" y="3959352"/>
            <a:ext cx="1354885" cy="953171"/>
          </a:xfrm>
          <a:prstGeom prst="rect">
            <a:avLst/>
          </a:prstGeom>
          <a:noFill/>
          <a:ln>
            <a:noFill/>
          </a:ln>
        </p:spPr>
        <p:txBody>
          <a:bodyPr spcFirstLastPara="1" wrap="square" lIns="91425" tIns="45701" rIns="91425" bIns="45701" anchor="t" anchorCtr="0">
            <a:spAutoFit/>
          </a:bodyPr>
          <a:lstStyle/>
          <a:p>
            <a:pPr algn="just"/>
            <a:r>
              <a:rPr lang="en-US" sz="799" dirty="0">
                <a:solidFill>
                  <a:schemeClr val="dk1"/>
                </a:solidFill>
              </a:rPr>
              <a:t>Opportunity to utilize experience to guide future sustainable methods of sediment extraction.</a:t>
            </a:r>
            <a:endParaRPr sz="1401" dirty="0"/>
          </a:p>
          <a:p>
            <a:endParaRPr sz="799" dirty="0">
              <a:solidFill>
                <a:schemeClr val="dk1"/>
              </a:solidFill>
            </a:endParaRPr>
          </a:p>
          <a:p>
            <a:endParaRPr sz="799" dirty="0">
              <a:solidFill>
                <a:schemeClr val="dk1"/>
              </a:solidFill>
            </a:endParaRPr>
          </a:p>
        </p:txBody>
      </p:sp>
      <p:sp>
        <p:nvSpPr>
          <p:cNvPr id="112" name="Google Shape;112;p1"/>
          <p:cNvSpPr txBox="1"/>
          <p:nvPr/>
        </p:nvSpPr>
        <p:spPr>
          <a:xfrm>
            <a:off x="3785160" y="3959352"/>
            <a:ext cx="1850122" cy="1322118"/>
          </a:xfrm>
          <a:prstGeom prst="rect">
            <a:avLst/>
          </a:prstGeom>
          <a:noFill/>
          <a:ln>
            <a:noFill/>
          </a:ln>
        </p:spPr>
        <p:txBody>
          <a:bodyPr spcFirstLastPara="1" wrap="square" lIns="91425" tIns="45701" rIns="91425" bIns="45701" anchor="t" anchorCtr="0">
            <a:spAutoFit/>
          </a:bodyPr>
          <a:lstStyle/>
          <a:p>
            <a:pPr algn="just"/>
            <a:r>
              <a:rPr lang="en-US" sz="799" dirty="0">
                <a:solidFill>
                  <a:schemeClr val="dk1"/>
                </a:solidFill>
              </a:rPr>
              <a:t>Large-scale mechanized extraction from floodplain, with significant increases in volume extracted and number of temporary workers. Creates economic boom, but alters aspects of social fabric, causes health concerns, degrades agricultural land and perhaps created wealth inequalities. Extraction rate unsustainable.</a:t>
            </a:r>
            <a:endParaRPr sz="1401" dirty="0"/>
          </a:p>
        </p:txBody>
      </p:sp>
      <p:sp>
        <p:nvSpPr>
          <p:cNvPr id="113" name="Google Shape;113;p1"/>
          <p:cNvSpPr/>
          <p:nvPr/>
        </p:nvSpPr>
        <p:spPr>
          <a:xfrm>
            <a:off x="3841473" y="3959352"/>
            <a:ext cx="1727006" cy="1298449"/>
          </a:xfrm>
          <a:prstGeom prst="rect">
            <a:avLst/>
          </a:prstGeom>
          <a:no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14" name="Google Shape;114;p1"/>
          <p:cNvSpPr/>
          <p:nvPr/>
        </p:nvSpPr>
        <p:spPr>
          <a:xfrm>
            <a:off x="1705140" y="3959352"/>
            <a:ext cx="2131063" cy="1295107"/>
          </a:xfrm>
          <a:prstGeom prst="rect">
            <a:avLst/>
          </a:prstGeom>
          <a:no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15" name="Google Shape;115;p1"/>
          <p:cNvSpPr txBox="1"/>
          <p:nvPr/>
        </p:nvSpPr>
        <p:spPr>
          <a:xfrm>
            <a:off x="1649309" y="3959352"/>
            <a:ext cx="2233697" cy="1076154"/>
          </a:xfrm>
          <a:prstGeom prst="rect">
            <a:avLst/>
          </a:prstGeom>
          <a:noFill/>
          <a:ln>
            <a:noFill/>
          </a:ln>
        </p:spPr>
        <p:txBody>
          <a:bodyPr spcFirstLastPara="1" wrap="square" lIns="91425" tIns="45701" rIns="91425" bIns="45701" anchor="t" anchorCtr="0">
            <a:spAutoFit/>
          </a:bodyPr>
          <a:lstStyle/>
          <a:p>
            <a:pPr algn="just"/>
            <a:r>
              <a:rPr lang="en-US" sz="799" dirty="0">
                <a:solidFill>
                  <a:schemeClr val="dk1"/>
                </a:solidFill>
              </a:rPr>
              <a:t>Small-scale artisanal mining by hand within channel. Improved income of residents, but with increasing channel degradation not replenished by yearly sediment influx. Small increase in number of temporary workers. Beginning of shift in local employment from agriculture to mining.</a:t>
            </a:r>
            <a:endParaRPr sz="799" dirty="0"/>
          </a:p>
          <a:p>
            <a:endParaRPr sz="799" dirty="0">
              <a:solidFill>
                <a:schemeClr val="dk1"/>
              </a:solidFill>
            </a:endParaRPr>
          </a:p>
        </p:txBody>
      </p:sp>
      <p:sp>
        <p:nvSpPr>
          <p:cNvPr id="116" name="Google Shape;116;p1"/>
          <p:cNvSpPr txBox="1"/>
          <p:nvPr/>
        </p:nvSpPr>
        <p:spPr>
          <a:xfrm>
            <a:off x="6364159" y="18288"/>
            <a:ext cx="819336" cy="338259"/>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dk1"/>
                </a:solidFill>
              </a:rPr>
              <a:t>gravel dune formation</a:t>
            </a:r>
            <a:endParaRPr sz="799" b="1" dirty="0">
              <a:solidFill>
                <a:schemeClr val="dk1"/>
              </a:solidFill>
            </a:endParaRPr>
          </a:p>
        </p:txBody>
      </p:sp>
      <p:sp>
        <p:nvSpPr>
          <p:cNvPr id="117" name="Google Shape;117;p1"/>
          <p:cNvSpPr txBox="1"/>
          <p:nvPr/>
        </p:nvSpPr>
        <p:spPr>
          <a:xfrm>
            <a:off x="4426598" y="18288"/>
            <a:ext cx="1194914" cy="338259"/>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tx1"/>
                </a:solidFill>
              </a:rPr>
              <a:t>scarred floodplain &amp;  abundant barracks</a:t>
            </a:r>
            <a:endParaRPr sz="799" b="1" dirty="0">
              <a:solidFill>
                <a:schemeClr val="lt1"/>
              </a:solidFill>
            </a:endParaRPr>
          </a:p>
        </p:txBody>
      </p:sp>
      <p:sp>
        <p:nvSpPr>
          <p:cNvPr id="118" name="Google Shape;118;p1"/>
          <p:cNvSpPr txBox="1"/>
          <p:nvPr/>
        </p:nvSpPr>
        <p:spPr>
          <a:xfrm>
            <a:off x="2922985" y="18288"/>
            <a:ext cx="912702" cy="461242"/>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dk1"/>
                </a:solidFill>
              </a:rPr>
              <a:t>artisanal pit mining in river</a:t>
            </a:r>
            <a:endParaRPr sz="1401" dirty="0"/>
          </a:p>
          <a:p>
            <a:pPr algn="r"/>
            <a:endParaRPr sz="799" b="1" dirty="0">
              <a:solidFill>
                <a:schemeClr val="dk1"/>
              </a:solidFill>
            </a:endParaRPr>
          </a:p>
        </p:txBody>
      </p:sp>
      <p:sp>
        <p:nvSpPr>
          <p:cNvPr id="119" name="Google Shape;119;p1"/>
          <p:cNvSpPr txBox="1"/>
          <p:nvPr/>
        </p:nvSpPr>
        <p:spPr>
          <a:xfrm>
            <a:off x="-27046" y="3959352"/>
            <a:ext cx="1731751" cy="584224"/>
          </a:xfrm>
          <a:prstGeom prst="rect">
            <a:avLst/>
          </a:prstGeom>
          <a:noFill/>
          <a:ln>
            <a:noFill/>
          </a:ln>
        </p:spPr>
        <p:txBody>
          <a:bodyPr spcFirstLastPara="1" wrap="square" lIns="91425" tIns="45701" rIns="91425" bIns="45701" anchor="t" anchorCtr="0">
            <a:spAutoFit/>
          </a:bodyPr>
          <a:lstStyle/>
          <a:p>
            <a:pPr algn="just"/>
            <a:r>
              <a:rPr lang="en-US" sz="799" dirty="0">
                <a:solidFill>
                  <a:schemeClr val="dk1"/>
                </a:solidFill>
              </a:rPr>
              <a:t>Pristine gravel-bed river with alternate/point bars and gravel dunes in channel. Adjacent floodplain agriculture.</a:t>
            </a:r>
            <a:endParaRPr sz="1401" dirty="0"/>
          </a:p>
        </p:txBody>
      </p:sp>
      <p:sp>
        <p:nvSpPr>
          <p:cNvPr id="120" name="Google Shape;120;p1"/>
          <p:cNvSpPr txBox="1"/>
          <p:nvPr/>
        </p:nvSpPr>
        <p:spPr>
          <a:xfrm>
            <a:off x="7119229" y="1447713"/>
            <a:ext cx="1994273" cy="326077"/>
          </a:xfrm>
          <a:prstGeom prst="rect">
            <a:avLst/>
          </a:prstGeom>
          <a:noFill/>
          <a:ln>
            <a:noFill/>
          </a:ln>
        </p:spPr>
        <p:txBody>
          <a:bodyPr spcFirstLastPara="1" wrap="square" lIns="91425" tIns="45701" rIns="91425" bIns="45701" anchor="t" anchorCtr="0">
            <a:spAutoFit/>
          </a:bodyPr>
          <a:lstStyle/>
          <a:p>
            <a:pPr algn="ctr"/>
            <a:r>
              <a:rPr lang="en-US" sz="1519" dirty="0">
                <a:solidFill>
                  <a:schemeClr val="dk1"/>
                </a:solidFill>
              </a:rPr>
              <a:t>Policy Guidance</a:t>
            </a:r>
            <a:endParaRPr sz="1519" dirty="0"/>
          </a:p>
        </p:txBody>
      </p:sp>
      <p:sp>
        <p:nvSpPr>
          <p:cNvPr id="121" name="Google Shape;121;p1"/>
          <p:cNvSpPr/>
          <p:nvPr/>
        </p:nvSpPr>
        <p:spPr>
          <a:xfrm>
            <a:off x="1668130"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2" name="Google Shape;122;p1"/>
          <p:cNvSpPr txBox="1"/>
          <p:nvPr/>
        </p:nvSpPr>
        <p:spPr>
          <a:xfrm>
            <a:off x="1573673" y="2112264"/>
            <a:ext cx="251613"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2012</a:t>
            </a:r>
            <a:endParaRPr sz="1401" dirty="0"/>
          </a:p>
        </p:txBody>
      </p:sp>
      <p:sp>
        <p:nvSpPr>
          <p:cNvPr id="123" name="Google Shape;123;p1"/>
          <p:cNvSpPr/>
          <p:nvPr/>
        </p:nvSpPr>
        <p:spPr>
          <a:xfrm>
            <a:off x="32305"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4" name="Google Shape;124;p1"/>
          <p:cNvSpPr/>
          <p:nvPr/>
        </p:nvSpPr>
        <p:spPr>
          <a:xfrm>
            <a:off x="3788972"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5" name="Google Shape;125;p1"/>
          <p:cNvSpPr/>
          <p:nvPr/>
        </p:nvSpPr>
        <p:spPr>
          <a:xfrm>
            <a:off x="4322970"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6" name="Google Shape;126;p1"/>
          <p:cNvSpPr/>
          <p:nvPr/>
        </p:nvSpPr>
        <p:spPr>
          <a:xfrm>
            <a:off x="5141453"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7" name="Google Shape;127;p1"/>
          <p:cNvSpPr/>
          <p:nvPr/>
        </p:nvSpPr>
        <p:spPr>
          <a:xfrm>
            <a:off x="5590689"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129" name="Google Shape;129;p1"/>
          <p:cNvSpPr txBox="1"/>
          <p:nvPr/>
        </p:nvSpPr>
        <p:spPr>
          <a:xfrm>
            <a:off x="96" y="2112264"/>
            <a:ext cx="251613"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1972</a:t>
            </a:r>
            <a:endParaRPr sz="1401" dirty="0"/>
          </a:p>
        </p:txBody>
      </p:sp>
      <p:sp>
        <p:nvSpPr>
          <p:cNvPr id="130" name="Google Shape;130;p1"/>
          <p:cNvSpPr txBox="1"/>
          <p:nvPr/>
        </p:nvSpPr>
        <p:spPr>
          <a:xfrm>
            <a:off x="3653791" y="2114375"/>
            <a:ext cx="318915"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2015</a:t>
            </a:r>
            <a:endParaRPr sz="1401" dirty="0"/>
          </a:p>
        </p:txBody>
      </p:sp>
      <p:sp>
        <p:nvSpPr>
          <p:cNvPr id="131" name="Google Shape;131;p1"/>
          <p:cNvSpPr txBox="1"/>
          <p:nvPr/>
        </p:nvSpPr>
        <p:spPr>
          <a:xfrm>
            <a:off x="4200095" y="2115014"/>
            <a:ext cx="318915"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2017</a:t>
            </a:r>
            <a:endParaRPr sz="1401" dirty="0"/>
          </a:p>
        </p:txBody>
      </p:sp>
      <p:sp>
        <p:nvSpPr>
          <p:cNvPr id="132" name="Google Shape;132;p1"/>
          <p:cNvSpPr txBox="1"/>
          <p:nvPr/>
        </p:nvSpPr>
        <p:spPr>
          <a:xfrm>
            <a:off x="5027487" y="2115014"/>
            <a:ext cx="301093"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2020</a:t>
            </a:r>
            <a:endParaRPr sz="1401" dirty="0"/>
          </a:p>
        </p:txBody>
      </p:sp>
      <p:sp>
        <p:nvSpPr>
          <p:cNvPr id="133" name="Google Shape;133;p1"/>
          <p:cNvSpPr txBox="1"/>
          <p:nvPr/>
        </p:nvSpPr>
        <p:spPr>
          <a:xfrm>
            <a:off x="5515723" y="2115014"/>
            <a:ext cx="251613"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2021</a:t>
            </a:r>
            <a:endParaRPr sz="1401" dirty="0"/>
          </a:p>
        </p:txBody>
      </p:sp>
      <p:sp>
        <p:nvSpPr>
          <p:cNvPr id="134" name="Google Shape;134;p1"/>
          <p:cNvSpPr txBox="1"/>
          <p:nvPr/>
        </p:nvSpPr>
        <p:spPr>
          <a:xfrm>
            <a:off x="7089264" y="2115014"/>
            <a:ext cx="251613" cy="122982"/>
          </a:xfrm>
          <a:prstGeom prst="rect">
            <a:avLst/>
          </a:prstGeom>
          <a:noFill/>
          <a:ln>
            <a:noFill/>
          </a:ln>
        </p:spPr>
        <p:txBody>
          <a:bodyPr spcFirstLastPara="1" wrap="square" lIns="0" tIns="0" rIns="0" bIns="0" anchor="t" anchorCtr="0">
            <a:spAutoFit/>
          </a:bodyPr>
          <a:lstStyle/>
          <a:p>
            <a:pPr algn="ctr"/>
            <a:r>
              <a:rPr lang="en-US" sz="799" dirty="0">
                <a:solidFill>
                  <a:schemeClr val="dk1"/>
                </a:solidFill>
              </a:rPr>
              <a:t>2024</a:t>
            </a:r>
            <a:endParaRPr sz="1401" dirty="0"/>
          </a:p>
        </p:txBody>
      </p:sp>
      <p:sp>
        <p:nvSpPr>
          <p:cNvPr id="137" name="Google Shape;137;p1"/>
          <p:cNvSpPr txBox="1"/>
          <p:nvPr/>
        </p:nvSpPr>
        <p:spPr>
          <a:xfrm>
            <a:off x="91444" y="5266944"/>
            <a:ext cx="1608001" cy="215277"/>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dk1"/>
                </a:solidFill>
              </a:rPr>
              <a:t>crop fields before extraction</a:t>
            </a:r>
            <a:endParaRPr sz="1401" dirty="0"/>
          </a:p>
        </p:txBody>
      </p:sp>
      <p:sp>
        <p:nvSpPr>
          <p:cNvPr id="138" name="Google Shape;138;p1"/>
          <p:cNvSpPr txBox="1"/>
          <p:nvPr/>
        </p:nvSpPr>
        <p:spPr>
          <a:xfrm>
            <a:off x="1811071" y="5266944"/>
            <a:ext cx="2016220" cy="215277"/>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tx1"/>
                </a:solidFill>
              </a:rPr>
              <a:t>artisanal local labor-based mining</a:t>
            </a:r>
            <a:endParaRPr sz="1401" dirty="0">
              <a:solidFill>
                <a:schemeClr val="tx1"/>
              </a:solidFill>
            </a:endParaRPr>
          </a:p>
        </p:txBody>
      </p:sp>
      <p:sp>
        <p:nvSpPr>
          <p:cNvPr id="139" name="Google Shape;139;p1"/>
          <p:cNvSpPr txBox="1"/>
          <p:nvPr/>
        </p:nvSpPr>
        <p:spPr>
          <a:xfrm>
            <a:off x="4212737" y="5266944"/>
            <a:ext cx="1354490" cy="215277"/>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tx1"/>
                </a:solidFill>
              </a:rPr>
              <a:t>mechanized extraction</a:t>
            </a:r>
            <a:endParaRPr sz="1401" dirty="0">
              <a:solidFill>
                <a:schemeClr val="tx1"/>
              </a:solidFill>
            </a:endParaRPr>
          </a:p>
        </p:txBody>
      </p:sp>
      <p:sp>
        <p:nvSpPr>
          <p:cNvPr id="140" name="Google Shape;140;p1"/>
          <p:cNvSpPr txBox="1"/>
          <p:nvPr/>
        </p:nvSpPr>
        <p:spPr>
          <a:xfrm>
            <a:off x="6355817" y="5266944"/>
            <a:ext cx="827220" cy="215277"/>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tx1"/>
                </a:solidFill>
              </a:rPr>
              <a:t>re-cultivation</a:t>
            </a:r>
            <a:endParaRPr sz="1401" dirty="0">
              <a:solidFill>
                <a:schemeClr val="tx1"/>
              </a:solidFill>
            </a:endParaRPr>
          </a:p>
        </p:txBody>
      </p:sp>
      <p:sp>
        <p:nvSpPr>
          <p:cNvPr id="145" name="Google Shape;145;p1"/>
          <p:cNvSpPr txBox="1"/>
          <p:nvPr/>
        </p:nvSpPr>
        <p:spPr>
          <a:xfrm>
            <a:off x="3312029" y="2274442"/>
            <a:ext cx="1000594" cy="461242"/>
          </a:xfrm>
          <a:prstGeom prst="rect">
            <a:avLst/>
          </a:prstGeom>
          <a:noFill/>
          <a:ln>
            <a:noFill/>
          </a:ln>
        </p:spPr>
        <p:txBody>
          <a:bodyPr spcFirstLastPara="1" wrap="square" lIns="91425" tIns="45701" rIns="91425" bIns="45701" anchor="t" anchorCtr="0">
            <a:spAutoFit/>
          </a:bodyPr>
          <a:lstStyle/>
          <a:p>
            <a:pPr algn="ctr"/>
            <a:r>
              <a:rPr lang="en-US" sz="799" b="1" i="1" dirty="0">
                <a:solidFill>
                  <a:schemeClr val="dk1"/>
                </a:solidFill>
              </a:rPr>
              <a:t>BELA Env. Impact</a:t>
            </a:r>
            <a:endParaRPr sz="1401" dirty="0"/>
          </a:p>
          <a:p>
            <a:pPr algn="ctr"/>
            <a:r>
              <a:rPr lang="en-US" sz="799" b="1" i="1" dirty="0">
                <a:solidFill>
                  <a:schemeClr val="dk1"/>
                </a:solidFill>
              </a:rPr>
              <a:t>assessment</a:t>
            </a:r>
            <a:endParaRPr sz="1401" dirty="0"/>
          </a:p>
        </p:txBody>
      </p:sp>
      <p:sp>
        <p:nvSpPr>
          <p:cNvPr id="146" name="Google Shape;146;p1"/>
          <p:cNvSpPr txBox="1"/>
          <p:nvPr/>
        </p:nvSpPr>
        <p:spPr>
          <a:xfrm>
            <a:off x="4877411" y="2267198"/>
            <a:ext cx="619078" cy="707207"/>
          </a:xfrm>
          <a:prstGeom prst="rect">
            <a:avLst/>
          </a:prstGeom>
          <a:noFill/>
          <a:ln>
            <a:noFill/>
          </a:ln>
        </p:spPr>
        <p:txBody>
          <a:bodyPr spcFirstLastPara="1" wrap="square" lIns="91425" tIns="45701" rIns="91425" bIns="45701" anchor="t" anchorCtr="0">
            <a:spAutoFit/>
          </a:bodyPr>
          <a:lstStyle/>
          <a:p>
            <a:pPr algn="ctr"/>
            <a:r>
              <a:rPr lang="en-US" sz="799" b="1" i="1" dirty="0">
                <a:solidFill>
                  <a:schemeClr val="accent1"/>
                </a:solidFill>
              </a:rPr>
              <a:t>Mining</a:t>
            </a:r>
            <a:endParaRPr sz="1401" dirty="0"/>
          </a:p>
          <a:p>
            <a:pPr algn="ctr"/>
            <a:r>
              <a:rPr lang="en-US" sz="799" b="1" i="1" dirty="0">
                <a:solidFill>
                  <a:schemeClr val="accent1"/>
                </a:solidFill>
              </a:rPr>
              <a:t>ban</a:t>
            </a:r>
            <a:endParaRPr sz="1401" dirty="0"/>
          </a:p>
          <a:p>
            <a:pPr algn="ctr"/>
            <a:r>
              <a:rPr lang="en-US" sz="799" b="1" i="1" dirty="0">
                <a:solidFill>
                  <a:schemeClr val="accent1"/>
                </a:solidFill>
              </a:rPr>
              <a:t>granted</a:t>
            </a:r>
            <a:endParaRPr sz="1401" dirty="0"/>
          </a:p>
          <a:p>
            <a:pPr algn="ctr"/>
            <a:r>
              <a:rPr lang="en-US" sz="799" b="1" i="1" dirty="0">
                <a:solidFill>
                  <a:schemeClr val="accent1"/>
                </a:solidFill>
              </a:rPr>
              <a:t>by courts</a:t>
            </a:r>
            <a:endParaRPr sz="1401" dirty="0"/>
          </a:p>
        </p:txBody>
      </p:sp>
      <p:sp>
        <p:nvSpPr>
          <p:cNvPr id="147" name="Google Shape;147;p1"/>
          <p:cNvSpPr txBox="1"/>
          <p:nvPr/>
        </p:nvSpPr>
        <p:spPr>
          <a:xfrm>
            <a:off x="5400996" y="2276086"/>
            <a:ext cx="570989" cy="461242"/>
          </a:xfrm>
          <a:prstGeom prst="rect">
            <a:avLst/>
          </a:prstGeom>
          <a:noFill/>
          <a:ln>
            <a:noFill/>
          </a:ln>
        </p:spPr>
        <p:txBody>
          <a:bodyPr spcFirstLastPara="1" wrap="square" lIns="91425" tIns="45701" rIns="91425" bIns="45701" anchor="t" anchorCtr="0">
            <a:spAutoFit/>
          </a:bodyPr>
          <a:lstStyle/>
          <a:p>
            <a:pPr algn="ctr"/>
            <a:r>
              <a:rPr lang="en-US" sz="799" b="1" i="1" dirty="0">
                <a:solidFill>
                  <a:srgbClr val="C00000"/>
                </a:solidFill>
              </a:rPr>
              <a:t>Mining</a:t>
            </a:r>
            <a:endParaRPr sz="1401" dirty="0"/>
          </a:p>
          <a:p>
            <a:pPr algn="ctr"/>
            <a:r>
              <a:rPr lang="en-US" sz="799" b="1" i="1" dirty="0">
                <a:solidFill>
                  <a:srgbClr val="C00000"/>
                </a:solidFill>
              </a:rPr>
              <a:t>ban</a:t>
            </a:r>
            <a:endParaRPr sz="1401" dirty="0"/>
          </a:p>
          <a:p>
            <a:pPr algn="ctr"/>
            <a:r>
              <a:rPr lang="en-US" sz="799" b="1" i="1" dirty="0">
                <a:solidFill>
                  <a:srgbClr val="C00000"/>
                </a:solidFill>
              </a:rPr>
              <a:t>enacted</a:t>
            </a:r>
            <a:endParaRPr sz="1401" dirty="0"/>
          </a:p>
        </p:txBody>
      </p:sp>
      <p:cxnSp>
        <p:nvCxnSpPr>
          <p:cNvPr id="148" name="Google Shape;148;p1"/>
          <p:cNvCxnSpPr>
            <a:cxnSpLocks/>
          </p:cNvCxnSpPr>
          <p:nvPr/>
        </p:nvCxnSpPr>
        <p:spPr>
          <a:xfrm flipV="1">
            <a:off x="14223" y="1958966"/>
            <a:ext cx="7175927" cy="11535"/>
          </a:xfrm>
          <a:prstGeom prst="straightConnector1">
            <a:avLst/>
          </a:prstGeom>
          <a:noFill/>
          <a:ln w="19050" cap="flat" cmpd="sng">
            <a:solidFill>
              <a:schemeClr val="accent1"/>
            </a:solidFill>
            <a:prstDash val="solid"/>
            <a:miter lim="800000"/>
            <a:headEnd type="none" w="sm" len="sm"/>
            <a:tailEnd type="none" w="sm" len="sm"/>
          </a:ln>
        </p:spPr>
      </p:cxnSp>
      <p:pic>
        <p:nvPicPr>
          <p:cNvPr id="149" name="Google Shape;149;p1"/>
          <p:cNvPicPr preferRelativeResize="0"/>
          <p:nvPr/>
        </p:nvPicPr>
        <p:blipFill>
          <a:blip r:embed="rId11" cstate="hqprint">
            <a:extLst>
              <a:ext uri="{28A0092B-C50C-407E-A947-70E740481C1C}">
                <a14:useLocalDpi xmlns:a14="http://schemas.microsoft.com/office/drawing/2010/main"/>
              </a:ext>
            </a:extLst>
          </a:blip>
          <a:srcRect/>
          <a:stretch/>
        </p:blipFill>
        <p:spPr>
          <a:xfrm>
            <a:off x="225749" y="3046283"/>
            <a:ext cx="6676000" cy="849068"/>
          </a:xfrm>
          <a:prstGeom prst="rect">
            <a:avLst/>
          </a:prstGeom>
          <a:noFill/>
          <a:ln>
            <a:noFill/>
          </a:ln>
        </p:spPr>
      </p:pic>
      <p:cxnSp>
        <p:nvCxnSpPr>
          <p:cNvPr id="5" name="Straight Arrow Connector 4">
            <a:extLst>
              <a:ext uri="{FF2B5EF4-FFF2-40B4-BE49-F238E27FC236}">
                <a16:creationId xmlns:a16="http://schemas.microsoft.com/office/drawing/2014/main" id="{0D136180-B21D-D25B-2F33-BAD3FBF8B9A8}"/>
              </a:ext>
            </a:extLst>
          </p:cNvPr>
          <p:cNvCxnSpPr>
            <a:cxnSpLocks/>
            <a:endCxn id="17" idx="1"/>
          </p:cNvCxnSpPr>
          <p:nvPr/>
        </p:nvCxnSpPr>
        <p:spPr>
          <a:xfrm flipV="1">
            <a:off x="548503" y="3876897"/>
            <a:ext cx="7369475" cy="1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55AF5FA-614B-40C5-4F17-9DB81820F8FB}"/>
              </a:ext>
            </a:extLst>
          </p:cNvPr>
          <p:cNvCxnSpPr/>
          <p:nvPr/>
        </p:nvCxnSpPr>
        <p:spPr>
          <a:xfrm flipV="1">
            <a:off x="547723" y="3098067"/>
            <a:ext cx="0" cy="79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759A81A-1470-C61F-9BA8-B2F22BB283A5}"/>
              </a:ext>
            </a:extLst>
          </p:cNvPr>
          <p:cNvSpPr txBox="1"/>
          <p:nvPr/>
        </p:nvSpPr>
        <p:spPr>
          <a:xfrm>
            <a:off x="7917978" y="3753786"/>
            <a:ext cx="794999" cy="246221"/>
          </a:xfrm>
          <a:prstGeom prst="rect">
            <a:avLst/>
          </a:prstGeom>
          <a:noFill/>
        </p:spPr>
        <p:txBody>
          <a:bodyPr wrap="square" rtlCol="0">
            <a:spAutoFit/>
          </a:bodyPr>
          <a:lstStyle/>
          <a:p>
            <a:r>
              <a:rPr lang="en-US" sz="1000" b="1" dirty="0"/>
              <a:t>Time</a:t>
            </a:r>
          </a:p>
        </p:txBody>
      </p:sp>
      <p:sp>
        <p:nvSpPr>
          <p:cNvPr id="136" name="Google Shape;136;p1"/>
          <p:cNvSpPr txBox="1"/>
          <p:nvPr/>
        </p:nvSpPr>
        <p:spPr>
          <a:xfrm>
            <a:off x="706392" y="18288"/>
            <a:ext cx="994994" cy="338259"/>
          </a:xfrm>
          <a:prstGeom prst="rect">
            <a:avLst/>
          </a:prstGeom>
          <a:solidFill>
            <a:schemeClr val="lt1">
              <a:alpha val="50000"/>
            </a:schemeClr>
          </a:solidFill>
          <a:ln>
            <a:noFill/>
          </a:ln>
        </p:spPr>
        <p:txBody>
          <a:bodyPr spcFirstLastPara="1" wrap="square" lIns="91425" tIns="45701" rIns="91425" bIns="45701" anchor="t" anchorCtr="0">
            <a:spAutoFit/>
          </a:bodyPr>
          <a:lstStyle/>
          <a:p>
            <a:pPr algn="r"/>
            <a:r>
              <a:rPr lang="en-US" sz="799" b="1" dirty="0">
                <a:solidFill>
                  <a:schemeClr val="dk1"/>
                </a:solidFill>
              </a:rPr>
              <a:t>pristine riverine landscape </a:t>
            </a:r>
            <a:endParaRPr sz="1401" dirty="0"/>
          </a:p>
        </p:txBody>
      </p:sp>
      <p:sp>
        <p:nvSpPr>
          <p:cNvPr id="2" name="TextBox 1">
            <a:extLst>
              <a:ext uri="{FF2B5EF4-FFF2-40B4-BE49-F238E27FC236}">
                <a16:creationId xmlns:a16="http://schemas.microsoft.com/office/drawing/2014/main" id="{326F201C-0CFD-7B64-2350-D91170E5D971}"/>
              </a:ext>
            </a:extLst>
          </p:cNvPr>
          <p:cNvSpPr txBox="1"/>
          <p:nvPr/>
        </p:nvSpPr>
        <p:spPr>
          <a:xfrm>
            <a:off x="-106083" y="3238414"/>
            <a:ext cx="794996" cy="508216"/>
          </a:xfrm>
          <a:prstGeom prst="rect">
            <a:avLst/>
          </a:prstGeom>
          <a:noFill/>
        </p:spPr>
        <p:txBody>
          <a:bodyPr wrap="square" rtlCol="0">
            <a:spAutoFit/>
          </a:bodyPr>
          <a:lstStyle/>
          <a:p>
            <a:pPr algn="ctr"/>
            <a:r>
              <a:rPr lang="en-US" sz="901" b="1" dirty="0"/>
              <a:t>Gravel volume</a:t>
            </a:r>
          </a:p>
          <a:p>
            <a:pPr algn="ctr"/>
            <a:r>
              <a:rPr lang="en-US" sz="901" b="1" dirty="0"/>
              <a:t>extracted</a:t>
            </a:r>
          </a:p>
        </p:txBody>
      </p:sp>
      <p:grpSp>
        <p:nvGrpSpPr>
          <p:cNvPr id="20" name="Group 19">
            <a:extLst>
              <a:ext uri="{FF2B5EF4-FFF2-40B4-BE49-F238E27FC236}">
                <a16:creationId xmlns:a16="http://schemas.microsoft.com/office/drawing/2014/main" id="{39ED642A-3F29-A7FD-C5D7-4BB7E1B5425D}"/>
              </a:ext>
            </a:extLst>
          </p:cNvPr>
          <p:cNvGrpSpPr/>
          <p:nvPr/>
        </p:nvGrpSpPr>
        <p:grpSpPr>
          <a:xfrm>
            <a:off x="7741838" y="3084207"/>
            <a:ext cx="794996" cy="792681"/>
            <a:chOff x="7761594" y="2863315"/>
            <a:chExt cx="794996" cy="792683"/>
          </a:xfrm>
        </p:grpSpPr>
        <p:cxnSp>
          <p:nvCxnSpPr>
            <p:cNvPr id="21" name="Straight Arrow Connector 20">
              <a:extLst>
                <a:ext uri="{FF2B5EF4-FFF2-40B4-BE49-F238E27FC236}">
                  <a16:creationId xmlns:a16="http://schemas.microsoft.com/office/drawing/2014/main" id="{B4FC7C6B-C855-50D7-66F4-79AB503E6EFE}"/>
                </a:ext>
              </a:extLst>
            </p:cNvPr>
            <p:cNvCxnSpPr/>
            <p:nvPr/>
          </p:nvCxnSpPr>
          <p:spPr>
            <a:xfrm flipV="1">
              <a:off x="7846466" y="2863315"/>
              <a:ext cx="0" cy="792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22AC51F-4992-B109-21CD-037359FDC2B5}"/>
                </a:ext>
              </a:extLst>
            </p:cNvPr>
            <p:cNvSpPr txBox="1"/>
            <p:nvPr/>
          </p:nvSpPr>
          <p:spPr>
            <a:xfrm>
              <a:off x="7761594" y="3017520"/>
              <a:ext cx="794996" cy="508217"/>
            </a:xfrm>
            <a:prstGeom prst="rect">
              <a:avLst/>
            </a:prstGeom>
            <a:noFill/>
          </p:spPr>
          <p:txBody>
            <a:bodyPr wrap="square" rtlCol="0">
              <a:spAutoFit/>
            </a:bodyPr>
            <a:lstStyle/>
            <a:p>
              <a:pPr algn="ctr"/>
              <a:r>
                <a:rPr lang="en-US" sz="901" b="1" dirty="0"/>
                <a:t>Migrant worker</a:t>
              </a:r>
            </a:p>
            <a:p>
              <a:pPr algn="ctr"/>
              <a:r>
                <a:rPr lang="en-US" sz="901" b="1" dirty="0"/>
                <a:t>population</a:t>
              </a:r>
            </a:p>
          </p:txBody>
        </p:sp>
      </p:grpSp>
      <p:grpSp>
        <p:nvGrpSpPr>
          <p:cNvPr id="23" name="Google Shape;141;p1">
            <a:extLst>
              <a:ext uri="{FF2B5EF4-FFF2-40B4-BE49-F238E27FC236}">
                <a16:creationId xmlns:a16="http://schemas.microsoft.com/office/drawing/2014/main" id="{C1997E50-7DAA-7586-3AEA-C859F8DD514E}"/>
              </a:ext>
            </a:extLst>
          </p:cNvPr>
          <p:cNvGrpSpPr/>
          <p:nvPr/>
        </p:nvGrpSpPr>
        <p:grpSpPr>
          <a:xfrm>
            <a:off x="31473" y="2460684"/>
            <a:ext cx="3089122" cy="553959"/>
            <a:chOff x="7166877" y="808795"/>
            <a:chExt cx="2237223" cy="296773"/>
          </a:xfrm>
        </p:grpSpPr>
        <p:sp>
          <p:nvSpPr>
            <p:cNvPr id="24" name="Google Shape;142;p1">
              <a:extLst>
                <a:ext uri="{FF2B5EF4-FFF2-40B4-BE49-F238E27FC236}">
                  <a16:creationId xmlns:a16="http://schemas.microsoft.com/office/drawing/2014/main" id="{37061EFD-EE6B-F2B9-7FE8-A6F810EE9E8E}"/>
                </a:ext>
              </a:extLst>
            </p:cNvPr>
            <p:cNvSpPr txBox="1"/>
            <p:nvPr/>
          </p:nvSpPr>
          <p:spPr>
            <a:xfrm>
              <a:off x="7166877" y="808795"/>
              <a:ext cx="2237223" cy="296773"/>
            </a:xfrm>
            <a:prstGeom prst="rect">
              <a:avLst/>
            </a:prstGeom>
            <a:noFill/>
            <a:ln w="9525" cap="flat" cmpd="sng">
              <a:solidFill>
                <a:srgbClr val="1F5C99"/>
              </a:solidFill>
              <a:prstDash val="solid"/>
              <a:round/>
              <a:headEnd type="none" w="sm" len="sm"/>
              <a:tailEnd type="none" w="sm" len="sm"/>
            </a:ln>
          </p:spPr>
          <p:txBody>
            <a:bodyPr spcFirstLastPara="1" wrap="square" lIns="91425" tIns="45701" rIns="91425" bIns="45701" anchor="t" anchorCtr="0">
              <a:spAutoFit/>
            </a:bodyPr>
            <a:lstStyle/>
            <a:p>
              <a:r>
                <a:rPr lang="en-US" sz="1000" dirty="0">
                  <a:solidFill>
                    <a:schemeClr val="dk1"/>
                  </a:solidFill>
                </a:rPr>
                <a:t>Channel Extraction</a:t>
              </a:r>
              <a:endParaRPr sz="1401" dirty="0"/>
            </a:p>
            <a:p>
              <a:r>
                <a:rPr lang="en-US" sz="1000" dirty="0">
                  <a:solidFill>
                    <a:schemeClr val="dk1"/>
                  </a:solidFill>
                </a:rPr>
                <a:t>Abandoned Channels/Floodplain Extraction</a:t>
              </a:r>
            </a:p>
            <a:p>
              <a:r>
                <a:rPr lang="en-US" sz="1000" dirty="0">
                  <a:solidFill>
                    <a:schemeClr val="dk1"/>
                  </a:solidFill>
                </a:rPr>
                <a:t>Migrant worker population</a:t>
              </a:r>
            </a:p>
          </p:txBody>
        </p:sp>
        <p:cxnSp>
          <p:nvCxnSpPr>
            <p:cNvPr id="25" name="Google Shape;143;p1">
              <a:extLst>
                <a:ext uri="{FF2B5EF4-FFF2-40B4-BE49-F238E27FC236}">
                  <a16:creationId xmlns:a16="http://schemas.microsoft.com/office/drawing/2014/main" id="{FA0AA2F9-A6A1-955A-6E67-5C843C7C443E}"/>
                </a:ext>
              </a:extLst>
            </p:cNvPr>
            <p:cNvCxnSpPr/>
            <p:nvPr/>
          </p:nvCxnSpPr>
          <p:spPr>
            <a:xfrm>
              <a:off x="9048060" y="1034239"/>
              <a:ext cx="242421" cy="0"/>
            </a:xfrm>
            <a:prstGeom prst="straightConnector1">
              <a:avLst/>
            </a:prstGeom>
            <a:noFill/>
            <a:ln w="38100" cap="flat" cmpd="sng">
              <a:solidFill>
                <a:srgbClr val="FF0000"/>
              </a:solidFill>
              <a:prstDash val="solid"/>
              <a:miter lim="800000"/>
              <a:headEnd type="none" w="sm" len="sm"/>
              <a:tailEnd type="none" w="sm" len="sm"/>
            </a:ln>
          </p:spPr>
        </p:cxnSp>
        <p:cxnSp>
          <p:nvCxnSpPr>
            <p:cNvPr id="26" name="Google Shape;144;p1">
              <a:extLst>
                <a:ext uri="{FF2B5EF4-FFF2-40B4-BE49-F238E27FC236}">
                  <a16:creationId xmlns:a16="http://schemas.microsoft.com/office/drawing/2014/main" id="{CEB62E2D-5D57-AF1B-7464-C306FC058AF9}"/>
                </a:ext>
              </a:extLst>
            </p:cNvPr>
            <p:cNvCxnSpPr/>
            <p:nvPr/>
          </p:nvCxnSpPr>
          <p:spPr>
            <a:xfrm>
              <a:off x="9048290" y="871313"/>
              <a:ext cx="242421" cy="0"/>
            </a:xfrm>
            <a:prstGeom prst="straightConnector1">
              <a:avLst/>
            </a:prstGeom>
            <a:noFill/>
            <a:ln w="38100" cap="flat" cmpd="sng">
              <a:solidFill>
                <a:srgbClr val="0070C0"/>
              </a:solidFill>
              <a:prstDash val="solid"/>
              <a:miter lim="800000"/>
              <a:headEnd type="none" w="sm" len="sm"/>
              <a:tailEnd type="none" w="sm" len="sm"/>
            </a:ln>
          </p:spPr>
        </p:cxnSp>
      </p:grpSp>
      <p:cxnSp>
        <p:nvCxnSpPr>
          <p:cNvPr id="27" name="Google Shape;143;p1">
            <a:extLst>
              <a:ext uri="{FF2B5EF4-FFF2-40B4-BE49-F238E27FC236}">
                <a16:creationId xmlns:a16="http://schemas.microsoft.com/office/drawing/2014/main" id="{8B9238D8-B0E2-5F9C-3399-A79A86F610F1}"/>
              </a:ext>
            </a:extLst>
          </p:cNvPr>
          <p:cNvCxnSpPr/>
          <p:nvPr/>
        </p:nvCxnSpPr>
        <p:spPr>
          <a:xfrm>
            <a:off x="2629305" y="2747365"/>
            <a:ext cx="334731" cy="0"/>
          </a:xfrm>
          <a:prstGeom prst="straightConnector1">
            <a:avLst/>
          </a:prstGeom>
          <a:noFill/>
          <a:ln w="38100" cap="flat" cmpd="sng">
            <a:solidFill>
              <a:schemeClr val="tx1"/>
            </a:solidFill>
            <a:prstDash val="solid"/>
            <a:miter lim="800000"/>
            <a:headEnd type="none" w="sm" len="sm"/>
            <a:tailEnd type="none" w="sm" len="sm"/>
          </a:ln>
        </p:spPr>
      </p:cxnSp>
      <p:sp>
        <p:nvSpPr>
          <p:cNvPr id="7" name="Freeform: Shape 6">
            <a:extLst>
              <a:ext uri="{FF2B5EF4-FFF2-40B4-BE49-F238E27FC236}">
                <a16:creationId xmlns:a16="http://schemas.microsoft.com/office/drawing/2014/main" id="{3AB0A8C0-CF20-7A9A-22DA-D779A4C9DB20}"/>
              </a:ext>
            </a:extLst>
          </p:cNvPr>
          <p:cNvSpPr/>
          <p:nvPr/>
        </p:nvSpPr>
        <p:spPr>
          <a:xfrm>
            <a:off x="1530980" y="3090766"/>
            <a:ext cx="4071481" cy="713232"/>
          </a:xfrm>
          <a:custGeom>
            <a:avLst/>
            <a:gdLst>
              <a:gd name="connsiteX0" fmla="*/ 0 w 3416198"/>
              <a:gd name="connsiteY0" fmla="*/ 713232 h 713232"/>
              <a:gd name="connsiteX1" fmla="*/ 618134 w 3416198"/>
              <a:gd name="connsiteY1" fmla="*/ 329184 h 713232"/>
              <a:gd name="connsiteX2" fmla="*/ 1086307 w 3416198"/>
              <a:gd name="connsiteY2" fmla="*/ 237744 h 713232"/>
              <a:gd name="connsiteX3" fmla="*/ 1506931 w 3416198"/>
              <a:gd name="connsiteY3" fmla="*/ 460857 h 713232"/>
              <a:gd name="connsiteX4" fmla="*/ 1806854 w 3416198"/>
              <a:gd name="connsiteY4" fmla="*/ 373075 h 713232"/>
              <a:gd name="connsiteX5" fmla="*/ 2022653 w 3416198"/>
              <a:gd name="connsiteY5" fmla="*/ 475488 h 713232"/>
              <a:gd name="connsiteX6" fmla="*/ 2509114 w 3416198"/>
              <a:gd name="connsiteY6" fmla="*/ 230429 h 713232"/>
              <a:gd name="connsiteX7" fmla="*/ 3002890 w 3416198"/>
              <a:gd name="connsiteY7" fmla="*/ 113385 h 713232"/>
              <a:gd name="connsiteX8" fmla="*/ 3178454 w 3416198"/>
              <a:gd name="connsiteY8" fmla="*/ 0 h 713232"/>
              <a:gd name="connsiteX9" fmla="*/ 3416198 w 3416198"/>
              <a:gd name="connsiteY9" fmla="*/ 709574 h 713232"/>
              <a:gd name="connsiteX10" fmla="*/ 3416198 w 3416198"/>
              <a:gd name="connsiteY10" fmla="*/ 709574 h 713232"/>
              <a:gd name="connsiteX11" fmla="*/ 3412541 w 3416198"/>
              <a:gd name="connsiteY11" fmla="*/ 698601 h 713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16198" h="713232">
                <a:moveTo>
                  <a:pt x="0" y="713232"/>
                </a:moveTo>
                <a:lnTo>
                  <a:pt x="618134" y="329184"/>
                </a:lnTo>
                <a:lnTo>
                  <a:pt x="1086307" y="237744"/>
                </a:lnTo>
                <a:lnTo>
                  <a:pt x="1506931" y="460857"/>
                </a:lnTo>
                <a:lnTo>
                  <a:pt x="1806854" y="373075"/>
                </a:lnTo>
                <a:lnTo>
                  <a:pt x="2022653" y="475488"/>
                </a:lnTo>
                <a:lnTo>
                  <a:pt x="2509114" y="230429"/>
                </a:lnTo>
                <a:lnTo>
                  <a:pt x="3002890" y="113385"/>
                </a:lnTo>
                <a:lnTo>
                  <a:pt x="3178454" y="0"/>
                </a:lnTo>
                <a:lnTo>
                  <a:pt x="3416198" y="709574"/>
                </a:lnTo>
                <a:lnTo>
                  <a:pt x="3416198" y="709574"/>
                </a:lnTo>
                <a:lnTo>
                  <a:pt x="3412541" y="698601"/>
                </a:ln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7" dirty="0"/>
          </a:p>
        </p:txBody>
      </p:sp>
      <p:sp>
        <p:nvSpPr>
          <p:cNvPr id="128" name="Google Shape;128;p1"/>
          <p:cNvSpPr/>
          <p:nvPr/>
        </p:nvSpPr>
        <p:spPr>
          <a:xfrm>
            <a:off x="7150578" y="1993392"/>
            <a:ext cx="73151" cy="73151"/>
          </a:xfrm>
          <a:prstGeom prst="flowChartConnector">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1" rIns="91425" bIns="45701" anchor="ctr" anchorCtr="0">
            <a:noAutofit/>
          </a:bodyPr>
          <a:lstStyle/>
          <a:p>
            <a:pPr algn="ctr"/>
            <a:endParaRPr sz="1801" dirty="0">
              <a:solidFill>
                <a:schemeClr val="lt1"/>
              </a:solidFill>
            </a:endParaRPr>
          </a:p>
        </p:txBody>
      </p:sp>
      <p:sp>
        <p:nvSpPr>
          <p:cNvPr id="3" name="Rectangle 2">
            <a:extLst>
              <a:ext uri="{FF2B5EF4-FFF2-40B4-BE49-F238E27FC236}">
                <a16:creationId xmlns:a16="http://schemas.microsoft.com/office/drawing/2014/main" id="{F2AB89D1-7A65-E0E1-438C-CCCA66277281}"/>
              </a:ext>
            </a:extLst>
          </p:cNvPr>
          <p:cNvSpPr/>
          <p:nvPr/>
        </p:nvSpPr>
        <p:spPr>
          <a:xfrm>
            <a:off x="0" y="0"/>
            <a:ext cx="9170815" cy="6714350"/>
          </a:xfrm>
          <a:prstGeom prst="rect">
            <a:avLst/>
          </a:prstGeom>
          <a:noFill/>
          <a:ln w="38100">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7"/>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3584</TotalTime>
  <Words>245</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Play</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Chyon, Sadiul</dc:creator>
  <cp:lastModifiedBy>Chyon, Sadiul</cp:lastModifiedBy>
  <cp:revision>37</cp:revision>
  <dcterms:created xsi:type="dcterms:W3CDTF">2024-11-05T15:25:34Z</dcterms:created>
  <dcterms:modified xsi:type="dcterms:W3CDTF">2025-11-23T06:39:40Z</dcterms:modified>
</cp:coreProperties>
</file>